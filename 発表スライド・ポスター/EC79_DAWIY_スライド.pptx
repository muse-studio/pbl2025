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84" r:id="rId3"/>
    <p:sldId id="285" r:id="rId4"/>
    <p:sldId id="287" r:id="rId5"/>
    <p:sldId id="288" r:id="rId6"/>
    <p:sldId id="286" r:id="rId7"/>
    <p:sldId id="258" r:id="rId8"/>
    <p:sldId id="277" r:id="rId9"/>
    <p:sldId id="259" r:id="rId10"/>
    <p:sldId id="279" r:id="rId11"/>
    <p:sldId id="280" r:id="rId12"/>
    <p:sldId id="269" r:id="rId13"/>
    <p:sldId id="283" r:id="rId14"/>
    <p:sldId id="275" r:id="rId15"/>
    <p:sldId id="270" r:id="rId16"/>
    <p:sldId id="281" r:id="rId17"/>
    <p:sldId id="273" r:id="rId18"/>
    <p:sldId id="278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B5B"/>
    <a:srgbClr val="FF825B"/>
    <a:srgbClr val="467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6AA03-E33D-4482-B9E9-CA752312A347}" v="473" dt="2025-12-23T19:10:32.052"/>
    <p1510:client id="{826A725C-955C-4A33-8560-CBD24992787B}" v="1512" dt="2025-12-24T01:50:01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3552" autoAdjust="0"/>
  </p:normalViewPr>
  <p:slideViewPr>
    <p:cSldViewPr snapToGrid="0">
      <p:cViewPr varScale="1">
        <p:scale>
          <a:sx n="87" d="100"/>
          <a:sy n="87" d="100"/>
        </p:scale>
        <p:origin x="590" y="2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000" cy="180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承太郎 山崎" userId="f065ba058e752810" providerId="LiveId" clId="{3B8B9E92-5D31-4345-BE2F-F8EEC2F73A79}"/>
    <pc:docChg chg="undo redo custSel addSld delSld modSld sldOrd modMainMaster">
      <pc:chgData name="承太郎 山崎" userId="f065ba058e752810" providerId="LiveId" clId="{3B8B9E92-5D31-4345-BE2F-F8EEC2F73A79}" dt="2025-12-24T01:50:01.159" v="21667" actId="1036"/>
      <pc:docMkLst>
        <pc:docMk/>
      </pc:docMkLst>
      <pc:sldChg chg="addSp delSp modSp mod">
        <pc:chgData name="承太郎 山崎" userId="f065ba058e752810" providerId="LiveId" clId="{3B8B9E92-5D31-4345-BE2F-F8EEC2F73A79}" dt="2025-12-19T18:41:50.829" v="18440"/>
        <pc:sldMkLst>
          <pc:docMk/>
          <pc:sldMk cId="1085703491" sldId="256"/>
        </pc:sldMkLst>
        <pc:spChg chg="add mod">
          <ac:chgData name="承太郎 山崎" userId="f065ba058e752810" providerId="LiveId" clId="{3B8B9E92-5D31-4345-BE2F-F8EEC2F73A79}" dt="2025-12-19T18:41:50.829" v="18440"/>
          <ac:spMkLst>
            <pc:docMk/>
            <pc:sldMk cId="1085703491" sldId="256"/>
            <ac:spMk id="2" creationId="{A2FD2A2C-73AC-FEC6-9C3F-9BB42DA883CB}"/>
          </ac:spMkLst>
        </pc:spChg>
        <pc:spChg chg="mod">
          <ac:chgData name="承太郎 山崎" userId="f065ba058e752810" providerId="LiveId" clId="{3B8B9E92-5D31-4345-BE2F-F8EEC2F73A79}" dt="2025-11-24T10:06:16.354" v="521" actId="14100"/>
          <ac:spMkLst>
            <pc:docMk/>
            <pc:sldMk cId="1085703491" sldId="256"/>
            <ac:spMk id="5" creationId="{BC991936-784D-A4E8-4C9E-13EAFA4E6EA5}"/>
          </ac:spMkLst>
        </pc:spChg>
        <pc:spChg chg="add mod">
          <ac:chgData name="承太郎 山崎" userId="f065ba058e752810" providerId="LiveId" clId="{3B8B9E92-5D31-4345-BE2F-F8EEC2F73A79}" dt="2025-11-24T10:08:51.631" v="561" actId="14100"/>
          <ac:spMkLst>
            <pc:docMk/>
            <pc:sldMk cId="1085703491" sldId="256"/>
            <ac:spMk id="6" creationId="{F6FD5B1C-C0BA-5ECB-D12D-4BD586CF73CE}"/>
          </ac:spMkLst>
        </pc:spChg>
        <pc:spChg chg="add mod">
          <ac:chgData name="承太郎 山崎" userId="f065ba058e752810" providerId="LiveId" clId="{3B8B9E92-5D31-4345-BE2F-F8EEC2F73A79}" dt="2025-12-10T09:48:30.959" v="14740"/>
          <ac:spMkLst>
            <pc:docMk/>
            <pc:sldMk cId="1085703491" sldId="256"/>
            <ac:spMk id="12" creationId="{3D58E3F2-FF68-C230-B0C2-6D71C9234253}"/>
          </ac:spMkLst>
        </pc:spChg>
      </pc:sldChg>
      <pc:sldChg chg="addSp delSp modSp new mod addAnim delAnim modAnim">
        <pc:chgData name="承太郎 山崎" userId="f065ba058e752810" providerId="LiveId" clId="{3B8B9E92-5D31-4345-BE2F-F8EEC2F73A79}" dt="2025-12-24T01:30:29.132" v="21302" actId="20577"/>
        <pc:sldMkLst>
          <pc:docMk/>
          <pc:sldMk cId="2574879856" sldId="258"/>
        </pc:sldMkLst>
        <pc:spChg chg="mod">
          <ac:chgData name="承太郎 山崎" userId="f065ba058e752810" providerId="LiveId" clId="{3B8B9E92-5D31-4345-BE2F-F8EEC2F73A79}" dt="2025-12-10T10:22:56.600" v="16069" actId="14100"/>
          <ac:spMkLst>
            <pc:docMk/>
            <pc:sldMk cId="2574879856" sldId="258"/>
            <ac:spMk id="2" creationId="{5B4B4844-03A6-E034-34B5-F0A7C7BCCFB1}"/>
          </ac:spMkLst>
        </pc:spChg>
        <pc:spChg chg="add mod">
          <ac:chgData name="承太郎 山崎" userId="f065ba058e752810" providerId="LiveId" clId="{3B8B9E92-5D31-4345-BE2F-F8EEC2F73A79}" dt="2025-12-24T01:23:39.737" v="20994" actId="1035"/>
          <ac:spMkLst>
            <pc:docMk/>
            <pc:sldMk cId="2574879856" sldId="258"/>
            <ac:spMk id="3" creationId="{77D9BCB7-20F8-C355-7943-20DFF96ADF2A}"/>
          </ac:spMkLst>
        </pc:spChg>
        <pc:spChg chg="add mod">
          <ac:chgData name="承太郎 山崎" userId="f065ba058e752810" providerId="LiveId" clId="{3B8B9E92-5D31-4345-BE2F-F8EEC2F73A79}" dt="2025-12-10T10:09:16.972" v="15264" actId="14100"/>
          <ac:spMkLst>
            <pc:docMk/>
            <pc:sldMk cId="2574879856" sldId="258"/>
            <ac:spMk id="12" creationId="{B6FDFA02-DE45-B480-8B5E-ACA2EF448768}"/>
          </ac:spMkLst>
        </pc:spChg>
        <pc:spChg chg="add mod">
          <ac:chgData name="承太郎 山崎" userId="f065ba058e752810" providerId="LiveId" clId="{3B8B9E92-5D31-4345-BE2F-F8EEC2F73A79}" dt="2025-12-10T10:21:27.702" v="16051" actId="1076"/>
          <ac:spMkLst>
            <pc:docMk/>
            <pc:sldMk cId="2574879856" sldId="258"/>
            <ac:spMk id="23" creationId="{C30BB407-1FB5-E74A-5635-5526AB631E48}"/>
          </ac:spMkLst>
        </pc:spChg>
        <pc:spChg chg="add mod">
          <ac:chgData name="承太郎 山崎" userId="f065ba058e752810" providerId="LiveId" clId="{3B8B9E92-5D31-4345-BE2F-F8EEC2F73A79}" dt="2025-12-24T01:23:17.086" v="20982" actId="1076"/>
          <ac:spMkLst>
            <pc:docMk/>
            <pc:sldMk cId="2574879856" sldId="258"/>
            <ac:spMk id="24" creationId="{14D8525F-2F46-ECE0-C8AF-D9C419D9238D}"/>
          </ac:spMkLst>
        </pc:spChg>
        <pc:spChg chg="add mod">
          <ac:chgData name="承太郎 山崎" userId="f065ba058e752810" providerId="LiveId" clId="{3B8B9E92-5D31-4345-BE2F-F8EEC2F73A79}" dt="2025-12-24T01:30:29.132" v="21302" actId="20577"/>
          <ac:spMkLst>
            <pc:docMk/>
            <pc:sldMk cId="2574879856" sldId="258"/>
            <ac:spMk id="25" creationId="{4C640862-EDA7-274C-C18E-46B040D772A0}"/>
          </ac:spMkLst>
        </pc:spChg>
        <pc:spChg chg="add mod">
          <ac:chgData name="承太郎 山崎" userId="f065ba058e752810" providerId="LiveId" clId="{3B8B9E92-5D31-4345-BE2F-F8EEC2F73A79}" dt="2025-12-24T01:23:33.923" v="20990" actId="1076"/>
          <ac:spMkLst>
            <pc:docMk/>
            <pc:sldMk cId="2574879856" sldId="258"/>
            <ac:spMk id="26" creationId="{CDA8C457-EA95-8375-5277-AD52550A6F64}"/>
          </ac:spMkLst>
        </pc:spChg>
        <pc:spChg chg="add mod">
          <ac:chgData name="承太郎 山崎" userId="f065ba058e752810" providerId="LiveId" clId="{3B8B9E92-5D31-4345-BE2F-F8EEC2F73A79}" dt="2025-12-10T10:24:07.257" v="16078" actId="14100"/>
          <ac:spMkLst>
            <pc:docMk/>
            <pc:sldMk cId="2574879856" sldId="258"/>
            <ac:spMk id="28" creationId="{075D64EC-7896-6989-C10B-7B5BBBC900E9}"/>
          </ac:spMkLst>
        </pc:spChg>
        <pc:spChg chg="add mod">
          <ac:chgData name="承太郎 山崎" userId="f065ba058e752810" providerId="LiveId" clId="{3B8B9E92-5D31-4345-BE2F-F8EEC2F73A79}" dt="2025-12-24T01:23:20.365" v="20984" actId="1076"/>
          <ac:spMkLst>
            <pc:docMk/>
            <pc:sldMk cId="2574879856" sldId="258"/>
            <ac:spMk id="32" creationId="{D8DCCF6F-B2D6-DA10-B880-2A241AE8FCBA}"/>
          </ac:spMkLst>
        </pc:spChg>
        <pc:spChg chg="add mod">
          <ac:chgData name="承太郎 山崎" userId="f065ba058e752810" providerId="LiveId" clId="{3B8B9E92-5D31-4345-BE2F-F8EEC2F73A79}" dt="2025-12-24T01:23:15.284" v="20981" actId="1076"/>
          <ac:spMkLst>
            <pc:docMk/>
            <pc:sldMk cId="2574879856" sldId="258"/>
            <ac:spMk id="33" creationId="{83974969-ABB7-7830-80F4-C36119DD2910}"/>
          </ac:spMkLst>
        </pc:spChg>
        <pc:spChg chg="add mod">
          <ac:chgData name="承太郎 山崎" userId="f065ba058e752810" providerId="LiveId" clId="{3B8B9E92-5D31-4345-BE2F-F8EEC2F73A79}" dt="2025-12-24T01:23:37.348" v="20991" actId="1076"/>
          <ac:spMkLst>
            <pc:docMk/>
            <pc:sldMk cId="2574879856" sldId="258"/>
            <ac:spMk id="34" creationId="{A90680A0-3E3D-0333-E9FF-CFFD6EF8B810}"/>
          </ac:spMkLst>
        </pc:spChg>
      </pc:sldChg>
      <pc:sldChg chg="addSp delSp modSp new mod modAnim">
        <pc:chgData name="承太郎 山崎" userId="f065ba058e752810" providerId="LiveId" clId="{3B8B9E92-5D31-4345-BE2F-F8EEC2F73A79}" dt="2025-12-24T01:34:29.531" v="21410" actId="1076"/>
        <pc:sldMkLst>
          <pc:docMk/>
          <pc:sldMk cId="494613671" sldId="259"/>
        </pc:sldMkLst>
        <pc:spChg chg="add mod">
          <ac:chgData name="承太郎 山崎" userId="f065ba058e752810" providerId="LiveId" clId="{3B8B9E92-5D31-4345-BE2F-F8EEC2F73A79}" dt="2025-12-24T01:28:18.874" v="21182" actId="1076"/>
          <ac:spMkLst>
            <pc:docMk/>
            <pc:sldMk cId="494613671" sldId="259"/>
            <ac:spMk id="5" creationId="{A09432E2-EAB4-3A12-8551-3192F9BEB5AF}"/>
          </ac:spMkLst>
        </pc:spChg>
        <pc:spChg chg="add mod">
          <ac:chgData name="承太郎 山崎" userId="f065ba058e752810" providerId="LiveId" clId="{3B8B9E92-5D31-4345-BE2F-F8EEC2F73A79}" dt="2025-12-24T01:34:29.531" v="21410" actId="1076"/>
          <ac:spMkLst>
            <pc:docMk/>
            <pc:sldMk cId="494613671" sldId="259"/>
            <ac:spMk id="7" creationId="{ECDC6235-13C5-6FF5-12D3-02AFAE880353}"/>
          </ac:spMkLst>
        </pc:spChg>
        <pc:spChg chg="add mod">
          <ac:chgData name="承太郎 山崎" userId="f065ba058e752810" providerId="LiveId" clId="{3B8B9E92-5D31-4345-BE2F-F8EEC2F73A79}" dt="2025-12-22T08:44:42.509" v="20540" actId="27636"/>
          <ac:spMkLst>
            <pc:docMk/>
            <pc:sldMk cId="494613671" sldId="259"/>
            <ac:spMk id="12" creationId="{DEA3B902-27AA-29F2-473B-BDC50437AF7B}"/>
          </ac:spMkLst>
        </pc:spChg>
        <pc:spChg chg="del">
          <ac:chgData name="承太郎 山崎" userId="f065ba058e752810" providerId="LiveId" clId="{3B8B9E92-5D31-4345-BE2F-F8EEC2F73A79}" dt="2025-12-24T01:29:25.492" v="21184" actId="478"/>
          <ac:spMkLst>
            <pc:docMk/>
            <pc:sldMk cId="494613671" sldId="259"/>
            <ac:spMk id="18" creationId="{1FD247AD-F865-2658-16A0-4E9F7D21EE93}"/>
          </ac:spMkLst>
        </pc:spChg>
        <pc:spChg chg="add mod">
          <ac:chgData name="承太郎 山崎" userId="f065ba058e752810" providerId="LiveId" clId="{3B8B9E92-5D31-4345-BE2F-F8EEC2F73A79}" dt="2025-12-11T01:54:15.871" v="17388" actId="1036"/>
          <ac:spMkLst>
            <pc:docMk/>
            <pc:sldMk cId="494613671" sldId="259"/>
            <ac:spMk id="19" creationId="{6301626E-5D2C-7AC4-CC5A-336513BFA25A}"/>
          </ac:spMkLst>
        </pc:spChg>
        <pc:spChg chg="add mod">
          <ac:chgData name="承太郎 山崎" userId="f065ba058e752810" providerId="LiveId" clId="{3B8B9E92-5D31-4345-BE2F-F8EEC2F73A79}" dt="2025-12-24T01:27:29.016" v="21081"/>
          <ac:spMkLst>
            <pc:docMk/>
            <pc:sldMk cId="494613671" sldId="259"/>
            <ac:spMk id="25" creationId="{DDC4373B-F5C3-82B6-46CE-4DC3F2E72984}"/>
          </ac:spMkLst>
        </pc:spChg>
        <pc:picChg chg="add del mod ord">
          <ac:chgData name="承太郎 山崎" userId="f065ba058e752810" providerId="LiveId" clId="{3B8B9E92-5D31-4345-BE2F-F8EEC2F73A79}" dt="2025-12-24T01:34:11.456" v="21405" actId="478"/>
          <ac:picMkLst>
            <pc:docMk/>
            <pc:sldMk cId="494613671" sldId="259"/>
            <ac:picMk id="14" creationId="{B83604C5-FE05-D667-D022-46722B9C7970}"/>
          </ac:picMkLst>
        </pc:picChg>
        <pc:picChg chg="add mod">
          <ac:chgData name="承太郎 山崎" userId="f065ba058e752810" providerId="LiveId" clId="{3B8B9E92-5D31-4345-BE2F-F8EEC2F73A79}" dt="2025-12-11T01:53:19.811" v="17363" actId="1076"/>
          <ac:picMkLst>
            <pc:docMk/>
            <pc:sldMk cId="494613671" sldId="259"/>
            <ac:picMk id="17" creationId="{E8C8DDB6-4FCF-BC22-77A0-62C93EA6AC00}"/>
          </ac:picMkLst>
        </pc:picChg>
      </pc:sldChg>
      <pc:sldChg chg="addSp delSp modSp new mod">
        <pc:chgData name="承太郎 山崎" userId="f065ba058e752810" providerId="LiveId" clId="{3B8B9E92-5D31-4345-BE2F-F8EEC2F73A79}" dt="2025-12-22T08:55:57.261" v="20731"/>
        <pc:sldMkLst>
          <pc:docMk/>
          <pc:sldMk cId="1985126989" sldId="269"/>
        </pc:sldMkLst>
        <pc:spChg chg="mod">
          <ac:chgData name="承太郎 山崎" userId="f065ba058e752810" providerId="LiveId" clId="{3B8B9E92-5D31-4345-BE2F-F8EEC2F73A79}" dt="2025-12-11T02:57:54.531" v="18374" actId="20577"/>
          <ac:spMkLst>
            <pc:docMk/>
            <pc:sldMk cId="1985126989" sldId="269"/>
            <ac:spMk id="2" creationId="{CD081405-EB11-5130-735D-0D3319991698}"/>
          </ac:spMkLst>
        </pc:spChg>
        <pc:spChg chg="add mod">
          <ac:chgData name="承太郎 山崎" userId="f065ba058e752810" providerId="LiveId" clId="{3B8B9E92-5D31-4345-BE2F-F8EEC2F73A79}" dt="2025-12-22T08:08:27.264" v="18672" actId="1076"/>
          <ac:spMkLst>
            <pc:docMk/>
            <pc:sldMk cId="1985126989" sldId="269"/>
            <ac:spMk id="8" creationId="{9A0D667E-38E9-715B-DC10-28BF31D00B6F}"/>
          </ac:spMkLst>
        </pc:spChg>
        <pc:spChg chg="add mod">
          <ac:chgData name="承太郎 山崎" userId="f065ba058e752810" providerId="LiveId" clId="{3B8B9E92-5D31-4345-BE2F-F8EEC2F73A79}" dt="2025-12-11T02:47:06.849" v="17836"/>
          <ac:spMkLst>
            <pc:docMk/>
            <pc:sldMk cId="1985126989" sldId="269"/>
            <ac:spMk id="12" creationId="{E8725D35-EE50-B2E5-AC28-6E073CFDFD2F}"/>
          </ac:spMkLst>
        </pc:spChg>
        <pc:spChg chg="add mod">
          <ac:chgData name="承太郎 山崎" userId="f065ba058e752810" providerId="LiveId" clId="{3B8B9E92-5D31-4345-BE2F-F8EEC2F73A79}" dt="2025-12-22T08:55:57.261" v="20731"/>
          <ac:spMkLst>
            <pc:docMk/>
            <pc:sldMk cId="1985126989" sldId="269"/>
            <ac:spMk id="14" creationId="{C56B4F15-D9F1-A0FF-44E3-5D831B98566B}"/>
          </ac:spMkLst>
        </pc:spChg>
      </pc:sldChg>
      <pc:sldChg chg="addSp delSp modSp new mod ord">
        <pc:chgData name="承太郎 山崎" userId="f065ba058e752810" providerId="LiveId" clId="{3B8B9E92-5D31-4345-BE2F-F8EEC2F73A79}" dt="2025-12-22T08:56:14.285" v="20744"/>
        <pc:sldMkLst>
          <pc:docMk/>
          <pc:sldMk cId="252509247" sldId="270"/>
        </pc:sldMkLst>
        <pc:spChg chg="mod">
          <ac:chgData name="承太郎 山崎" userId="f065ba058e752810" providerId="LiveId" clId="{3B8B9E92-5D31-4345-BE2F-F8EEC2F73A79}" dt="2025-12-22T07:50:50.595" v="18467"/>
          <ac:spMkLst>
            <pc:docMk/>
            <pc:sldMk cId="252509247" sldId="270"/>
            <ac:spMk id="2" creationId="{37DF6DC2-3A56-CF1F-4FD0-C7B3A5EF1F77}"/>
          </ac:spMkLst>
        </pc:spChg>
        <pc:spChg chg="add mod">
          <ac:chgData name="承太郎 山崎" userId="f065ba058e752810" providerId="LiveId" clId="{3B8B9E92-5D31-4345-BE2F-F8EEC2F73A79}" dt="2025-12-22T08:18:47.415" v="19836" actId="1036"/>
          <ac:spMkLst>
            <pc:docMk/>
            <pc:sldMk cId="252509247" sldId="270"/>
            <ac:spMk id="5" creationId="{62275B28-395F-C850-F659-0F2E6B331888}"/>
          </ac:spMkLst>
        </pc:spChg>
        <pc:spChg chg="add mod">
          <ac:chgData name="承太郎 山崎" userId="f065ba058e752810" providerId="LiveId" clId="{3B8B9E92-5D31-4345-BE2F-F8EEC2F73A79}" dt="2025-12-11T02:47:13.554" v="17840"/>
          <ac:spMkLst>
            <pc:docMk/>
            <pc:sldMk cId="252509247" sldId="270"/>
            <ac:spMk id="6" creationId="{38CE5C71-0006-BF0E-0ED4-58B5AF8AD281}"/>
          </ac:spMkLst>
        </pc:spChg>
        <pc:spChg chg="add mod">
          <ac:chgData name="承太郎 山崎" userId="f065ba058e752810" providerId="LiveId" clId="{3B8B9E92-5D31-4345-BE2F-F8EEC2F73A79}" dt="2025-12-22T08:18:47.415" v="19836" actId="1036"/>
          <ac:spMkLst>
            <pc:docMk/>
            <pc:sldMk cId="252509247" sldId="270"/>
            <ac:spMk id="10" creationId="{40C1A2CE-2268-4BA3-F341-A8B99E54CDEF}"/>
          </ac:spMkLst>
        </pc:spChg>
      </pc:sldChg>
      <pc:sldChg chg="addSp delSp modSp new mod">
        <pc:chgData name="承太郎 山崎" userId="f065ba058e752810" providerId="LiveId" clId="{3B8B9E92-5D31-4345-BE2F-F8EEC2F73A79}" dt="2025-12-22T08:21:44.754" v="20015"/>
        <pc:sldMkLst>
          <pc:docMk/>
          <pc:sldMk cId="2841494129" sldId="273"/>
        </pc:sldMkLst>
        <pc:spChg chg="mod">
          <ac:chgData name="承太郎 山崎" userId="f065ba058e752810" providerId="LiveId" clId="{3B8B9E92-5D31-4345-BE2F-F8EEC2F73A79}" dt="2025-12-11T02:59:03.630" v="18399" actId="27636"/>
          <ac:spMkLst>
            <pc:docMk/>
            <pc:sldMk cId="2841494129" sldId="273"/>
            <ac:spMk id="2" creationId="{EE56C426-A5E2-34BA-4722-07AB7694FB80}"/>
          </ac:spMkLst>
        </pc:spChg>
        <pc:spChg chg="add mod">
          <ac:chgData name="承太郎 山崎" userId="f065ba058e752810" providerId="LiveId" clId="{3B8B9E92-5D31-4345-BE2F-F8EEC2F73A79}" dt="2025-12-22T08:21:05.995" v="20006" actId="1076"/>
          <ac:spMkLst>
            <pc:docMk/>
            <pc:sldMk cId="2841494129" sldId="273"/>
            <ac:spMk id="3" creationId="{1D39C5EC-3B2F-6381-CD48-3E0FA32E9FF8}"/>
          </ac:spMkLst>
        </pc:spChg>
        <pc:spChg chg="add mod">
          <ac:chgData name="承太郎 山崎" userId="f065ba058e752810" providerId="LiveId" clId="{3B8B9E92-5D31-4345-BE2F-F8EEC2F73A79}" dt="2025-12-11T02:47:19.368" v="17842"/>
          <ac:spMkLst>
            <pc:docMk/>
            <pc:sldMk cId="2841494129" sldId="273"/>
            <ac:spMk id="6" creationId="{BFBD4299-73A0-44FA-AF05-0307764E6BAB}"/>
          </ac:spMkLst>
        </pc:spChg>
      </pc:sldChg>
      <pc:sldChg chg="addSp delSp modSp add mod">
        <pc:chgData name="承太郎 山崎" userId="f065ba058e752810" providerId="LiveId" clId="{3B8B9E92-5D31-4345-BE2F-F8EEC2F73A79}" dt="2025-12-22T08:13:39.644" v="19089" actId="1076"/>
        <pc:sldMkLst>
          <pc:docMk/>
          <pc:sldMk cId="3794169852" sldId="275"/>
        </pc:sldMkLst>
        <pc:spChg chg="mod">
          <ac:chgData name="承太郎 山崎" userId="f065ba058e752810" providerId="LiveId" clId="{3B8B9E92-5D31-4345-BE2F-F8EEC2F73A79}" dt="2025-12-22T08:10:21.044" v="18834" actId="14100"/>
          <ac:spMkLst>
            <pc:docMk/>
            <pc:sldMk cId="3794169852" sldId="275"/>
            <ac:spMk id="2" creationId="{37DF6DC2-3A56-CF1F-4FD0-C7B3A5EF1F77}"/>
          </ac:spMkLst>
        </pc:spChg>
        <pc:spChg chg="add mod">
          <ac:chgData name="承太郎 山崎" userId="f065ba058e752810" providerId="LiveId" clId="{3B8B9E92-5D31-4345-BE2F-F8EEC2F73A79}" dt="2025-12-22T08:10:16.429" v="18833" actId="5793"/>
          <ac:spMkLst>
            <pc:docMk/>
            <pc:sldMk cId="3794169852" sldId="275"/>
            <ac:spMk id="5" creationId="{8482DFE9-5D66-7958-1763-9282FC8ED14A}"/>
          </ac:spMkLst>
        </pc:spChg>
        <pc:spChg chg="mod">
          <ac:chgData name="承太郎 山崎" userId="f065ba058e752810" providerId="LiveId" clId="{3B8B9E92-5D31-4345-BE2F-F8EEC2F73A79}" dt="2025-12-22T08:13:33.667" v="19088" actId="1037"/>
          <ac:spMkLst>
            <pc:docMk/>
            <pc:sldMk cId="3794169852" sldId="275"/>
            <ac:spMk id="8" creationId="{FBFFE6C4-CCF4-B346-DF4D-C5F297560C0E}"/>
          </ac:spMkLst>
        </pc:spChg>
        <pc:spChg chg="add mod">
          <ac:chgData name="承太郎 山崎" userId="f065ba058e752810" providerId="LiveId" clId="{3B8B9E92-5D31-4345-BE2F-F8EEC2F73A79}" dt="2025-12-22T08:13:39.644" v="19089" actId="1076"/>
          <ac:spMkLst>
            <pc:docMk/>
            <pc:sldMk cId="3794169852" sldId="275"/>
            <ac:spMk id="11" creationId="{0B4FE377-16CA-78DA-D372-A924CB24DF50}"/>
          </ac:spMkLst>
        </pc:spChg>
      </pc:sldChg>
      <pc:sldChg chg="delSp modSp add mod">
        <pc:chgData name="承太郎 山崎" userId="f065ba058e752810" providerId="LiveId" clId="{3B8B9E92-5D31-4345-BE2F-F8EEC2F73A79}" dt="2025-12-22T08:25:02.610" v="20480" actId="14100"/>
        <pc:sldMkLst>
          <pc:docMk/>
          <pc:sldMk cId="409304608" sldId="277"/>
        </pc:sldMkLst>
        <pc:spChg chg="mod">
          <ac:chgData name="承太郎 山崎" userId="f065ba058e752810" providerId="LiveId" clId="{3B8B9E92-5D31-4345-BE2F-F8EEC2F73A79}" dt="2025-12-22T08:20:00.517" v="19937" actId="1076"/>
          <ac:spMkLst>
            <pc:docMk/>
            <pc:sldMk cId="409304608" sldId="277"/>
            <ac:spMk id="2" creationId="{1E24FC15-FD09-30EB-4AF9-47859B703D35}"/>
          </ac:spMkLst>
        </pc:spChg>
        <pc:spChg chg="mod">
          <ac:chgData name="承太郎 山崎" userId="f065ba058e752810" providerId="LiveId" clId="{3B8B9E92-5D31-4345-BE2F-F8EEC2F73A79}" dt="2025-12-22T08:24:59.314" v="20479" actId="1036"/>
          <ac:spMkLst>
            <pc:docMk/>
            <pc:sldMk cId="409304608" sldId="277"/>
            <ac:spMk id="7" creationId="{CC356605-4991-C8AE-9A5D-140B7F49BD61}"/>
          </ac:spMkLst>
        </pc:spChg>
      </pc:sldChg>
      <pc:sldChg chg="addSp delSp modSp new mod">
        <pc:chgData name="承太郎 山崎" userId="f065ba058e752810" providerId="LiveId" clId="{3B8B9E92-5D31-4345-BE2F-F8EEC2F73A79}" dt="2025-12-23T15:31:09.361" v="20948" actId="1076"/>
        <pc:sldMkLst>
          <pc:docMk/>
          <pc:sldMk cId="241645947" sldId="278"/>
        </pc:sldMkLst>
        <pc:spChg chg="mod">
          <ac:chgData name="承太郎 山崎" userId="f065ba058e752810" providerId="LiveId" clId="{3B8B9E92-5D31-4345-BE2F-F8EEC2F73A79}" dt="2025-12-23T15:29:20" v="20937" actId="403"/>
          <ac:spMkLst>
            <pc:docMk/>
            <pc:sldMk cId="241645947" sldId="278"/>
            <ac:spMk id="2" creationId="{B71EA3D7-81E8-ECF8-6276-B9715D40D464}"/>
          </ac:spMkLst>
        </pc:spChg>
        <pc:spChg chg="del">
          <ac:chgData name="承太郎 山崎" userId="f065ba058e752810" providerId="LiveId" clId="{3B8B9E92-5D31-4345-BE2F-F8EEC2F73A79}" dt="2025-12-23T15:30:58.614" v="20942" actId="478"/>
          <ac:spMkLst>
            <pc:docMk/>
            <pc:sldMk cId="241645947" sldId="278"/>
            <ac:spMk id="3" creationId="{EC05DC98-58A9-DF09-53B2-8EE029227491}"/>
          </ac:spMkLst>
        </pc:spChg>
        <pc:picChg chg="add mod modCrop">
          <ac:chgData name="承太郎 山崎" userId="f065ba058e752810" providerId="LiveId" clId="{3B8B9E92-5D31-4345-BE2F-F8EEC2F73A79}" dt="2025-12-23T15:31:09.361" v="20948" actId="1076"/>
          <ac:picMkLst>
            <pc:docMk/>
            <pc:sldMk cId="241645947" sldId="278"/>
            <ac:picMk id="6" creationId="{344E34FD-3A41-04F1-0FB4-DE11D472BDE9}"/>
          </ac:picMkLst>
        </pc:picChg>
      </pc:sldChg>
      <pc:sldChg chg="modSp add del mod">
        <pc:chgData name="承太郎 山崎" userId="f065ba058e752810" providerId="LiveId" clId="{3B8B9E92-5D31-4345-BE2F-F8EEC2F73A79}" dt="2025-12-23T15:18:26.601" v="20869" actId="47"/>
        <pc:sldMkLst>
          <pc:docMk/>
          <pc:sldMk cId="4137274991" sldId="278"/>
        </pc:sldMkLst>
      </pc:sldChg>
      <pc:sldChg chg="modSp new del mod">
        <pc:chgData name="承太郎 山崎" userId="f065ba058e752810" providerId="LiveId" clId="{3B8B9E92-5D31-4345-BE2F-F8EEC2F73A79}" dt="2025-12-23T15:18:42.644" v="20870" actId="47"/>
        <pc:sldMkLst>
          <pc:docMk/>
          <pc:sldMk cId="3604627777" sldId="279"/>
        </pc:sldMkLst>
      </pc:sldChg>
      <pc:sldChg chg="addSp delSp modSp mod">
        <pc:chgData name="承太郎 山崎" userId="f065ba058e752810" providerId="LiveId" clId="{3B8B9E92-5D31-4345-BE2F-F8EEC2F73A79}" dt="2025-12-24T01:35:16.335" v="21436" actId="1037"/>
        <pc:sldMkLst>
          <pc:docMk/>
          <pc:sldMk cId="3820761124" sldId="279"/>
        </pc:sldMkLst>
        <pc:spChg chg="add mod">
          <ac:chgData name="承太郎 山崎" userId="f065ba058e752810" providerId="LiveId" clId="{3B8B9E92-5D31-4345-BE2F-F8EEC2F73A79}" dt="2025-12-24T01:35:16.335" v="21436" actId="1037"/>
          <ac:spMkLst>
            <pc:docMk/>
            <pc:sldMk cId="3820761124" sldId="279"/>
            <ac:spMk id="6" creationId="{C09ECF97-0554-0AA1-8C22-ED47948AC981}"/>
          </ac:spMkLst>
        </pc:spChg>
        <pc:spChg chg="add mod ord">
          <ac:chgData name="承太郎 山崎" userId="f065ba058e752810" providerId="LiveId" clId="{3B8B9E92-5D31-4345-BE2F-F8EEC2F73A79}" dt="2025-12-24T01:35:11.104" v="21425" actId="1035"/>
          <ac:spMkLst>
            <pc:docMk/>
            <pc:sldMk cId="3820761124" sldId="279"/>
            <ac:spMk id="9" creationId="{B7572F2D-24D0-E8AE-A7AB-904F2C5B10E7}"/>
          </ac:spMkLst>
        </pc:spChg>
        <pc:spChg chg="mod">
          <ac:chgData name="承太郎 山崎" userId="f065ba058e752810" providerId="LiveId" clId="{3B8B9E92-5D31-4345-BE2F-F8EEC2F73A79}" dt="2025-12-24T01:33:46.202" v="21376" actId="1076"/>
          <ac:spMkLst>
            <pc:docMk/>
            <pc:sldMk cId="3820761124" sldId="279"/>
            <ac:spMk id="34" creationId="{B6FE5240-0ABC-2C08-34EB-A2CD65347016}"/>
          </ac:spMkLst>
        </pc:spChg>
        <pc:picChg chg="add del mod">
          <ac:chgData name="承太郎 山崎" userId="f065ba058e752810" providerId="LiveId" clId="{3B8B9E92-5D31-4345-BE2F-F8EEC2F73A79}" dt="2025-12-24T01:33:21.285" v="21373" actId="478"/>
          <ac:picMkLst>
            <pc:docMk/>
            <pc:sldMk cId="3820761124" sldId="279"/>
            <ac:picMk id="3" creationId="{3226E242-E629-15E7-FC0F-EB2C74B2DE54}"/>
          </ac:picMkLst>
        </pc:picChg>
      </pc:sldChg>
      <pc:sldChg chg="del">
        <pc:chgData name="承太郎 山崎" userId="f065ba058e752810" providerId="LiveId" clId="{3B8B9E92-5D31-4345-BE2F-F8EEC2F73A79}" dt="2025-12-24T01:29:22.388" v="21183" actId="47"/>
        <pc:sldMkLst>
          <pc:docMk/>
          <pc:sldMk cId="27512861" sldId="282"/>
        </pc:sldMkLst>
      </pc:sldChg>
      <pc:sldChg chg="addSp delSp modSp new mod">
        <pc:chgData name="承太郎 山崎" userId="f065ba058e752810" providerId="LiveId" clId="{3B8B9E92-5D31-4345-BE2F-F8EEC2F73A79}" dt="2025-12-24T01:50:01.159" v="21667" actId="1036"/>
        <pc:sldMkLst>
          <pc:docMk/>
          <pc:sldMk cId="2093853378" sldId="284"/>
        </pc:sldMkLst>
        <pc:spChg chg="mod">
          <ac:chgData name="承太郎 山崎" userId="f065ba058e752810" providerId="LiveId" clId="{3B8B9E92-5D31-4345-BE2F-F8EEC2F73A79}" dt="2025-12-24T01:39:16.444" v="21563" actId="403"/>
          <ac:spMkLst>
            <pc:docMk/>
            <pc:sldMk cId="2093853378" sldId="284"/>
            <ac:spMk id="2" creationId="{C231FF74-E1FE-B9F4-2930-DC50319E09A9}"/>
          </ac:spMkLst>
        </pc:spChg>
        <pc:spChg chg="del">
          <ac:chgData name="承太郎 山崎" userId="f065ba058e752810" providerId="LiveId" clId="{3B8B9E92-5D31-4345-BE2F-F8EEC2F73A79}" dt="2025-12-24T01:39:22.228" v="21564" actId="478"/>
          <ac:spMkLst>
            <pc:docMk/>
            <pc:sldMk cId="2093853378" sldId="284"/>
            <ac:spMk id="3" creationId="{61C083FE-025C-912F-BC21-2D9711E1542F}"/>
          </ac:spMkLst>
        </pc:spChg>
        <pc:spChg chg="add mod">
          <ac:chgData name="承太郎 山崎" userId="f065ba058e752810" providerId="LiveId" clId="{3B8B9E92-5D31-4345-BE2F-F8EEC2F73A79}" dt="2025-12-24T01:39:25.577" v="21565"/>
          <ac:spMkLst>
            <pc:docMk/>
            <pc:sldMk cId="2093853378" sldId="284"/>
            <ac:spMk id="5" creationId="{A9493A1E-A79E-01F1-B874-0664CB6F5585}"/>
          </ac:spMkLst>
        </pc:spChg>
        <pc:spChg chg="add mod">
          <ac:chgData name="承太郎 山崎" userId="f065ba058e752810" providerId="LiveId" clId="{3B8B9E92-5D31-4345-BE2F-F8EEC2F73A79}" dt="2025-12-24T01:48:16.628" v="21655" actId="1076"/>
          <ac:spMkLst>
            <pc:docMk/>
            <pc:sldMk cId="2093853378" sldId="284"/>
            <ac:spMk id="6" creationId="{75F76486-39CB-9131-219C-53ED0956A98C}"/>
          </ac:spMkLst>
        </pc:spChg>
        <pc:picChg chg="add mod">
          <ac:chgData name="承太郎 山崎" userId="f065ba058e752810" providerId="LiveId" clId="{3B8B9E92-5D31-4345-BE2F-F8EEC2F73A79}" dt="2025-12-24T01:50:01.159" v="21667" actId="1036"/>
          <ac:picMkLst>
            <pc:docMk/>
            <pc:sldMk cId="2093853378" sldId="284"/>
            <ac:picMk id="7" creationId="{A931FBB0-70F8-A00B-A92D-6163970042F4}"/>
          </ac:picMkLst>
        </pc:picChg>
        <pc:picChg chg="add mod ord modCrop">
          <ac:chgData name="承太郎 山崎" userId="f065ba058e752810" providerId="LiveId" clId="{3B8B9E92-5D31-4345-BE2F-F8EEC2F73A79}" dt="2025-12-24T01:48:25.437" v="21656" actId="29295"/>
          <ac:picMkLst>
            <pc:docMk/>
            <pc:sldMk cId="2093853378" sldId="284"/>
            <ac:picMk id="9" creationId="{947CBF56-C379-06E6-0816-EF099A07A595}"/>
          </ac:picMkLst>
        </pc:picChg>
      </pc:sldChg>
      <pc:sldChg chg="new del">
        <pc:chgData name="承太郎 山崎" userId="f065ba058e752810" providerId="LiveId" clId="{3B8B9E92-5D31-4345-BE2F-F8EEC2F73A79}" dt="2025-12-24T01:38:31.902" v="21438" actId="680"/>
        <pc:sldMkLst>
          <pc:docMk/>
          <pc:sldMk cId="3148135802" sldId="284"/>
        </pc:sldMkLst>
      </pc:sldChg>
      <pc:sldMasterChg chg="modSp mod modSldLayout">
        <pc:chgData name="承太郎 山崎" userId="f065ba058e752810" providerId="LiveId" clId="{3B8B9E92-5D31-4345-BE2F-F8EEC2F73A79}" dt="2025-11-25T10:48:37.702" v="1370" actId="14100"/>
        <pc:sldMasterMkLst>
          <pc:docMk/>
          <pc:sldMasterMk cId="231905695" sldId="2147483648"/>
        </pc:sldMasterMkLst>
        <pc:spChg chg="mod">
          <ac:chgData name="承太郎 山崎" userId="f065ba058e752810" providerId="LiveId" clId="{3B8B9E92-5D31-4345-BE2F-F8EEC2F73A79}" dt="2025-11-24T09:37:56.934" v="317" actId="1076"/>
          <ac:spMkLst>
            <pc:docMk/>
            <pc:sldMasterMk cId="231905695" sldId="2147483648"/>
            <ac:spMk id="6" creationId="{FF7BDB6D-3892-06D7-3B20-BB51F98B1C09}"/>
          </ac:spMkLst>
        </pc:spChg>
        <pc:sldLayoutChg chg="addSp delSp modSp mod">
          <pc:chgData name="承太郎 山崎" userId="f065ba058e752810" providerId="LiveId" clId="{3B8B9E92-5D31-4345-BE2F-F8EEC2F73A79}" dt="2025-11-24T10:06:51.905" v="541"/>
          <pc:sldLayoutMkLst>
            <pc:docMk/>
            <pc:sldMasterMk cId="231905695" sldId="2147483648"/>
            <pc:sldLayoutMk cId="1235464903" sldId="2147483649"/>
          </pc:sldLayoutMkLst>
          <pc:spChg chg="add del mod">
            <ac:chgData name="承太郎 山崎" userId="f065ba058e752810" providerId="LiveId" clId="{3B8B9E92-5D31-4345-BE2F-F8EEC2F73A79}" dt="2025-11-24T10:06:50.122" v="539" actId="478"/>
            <ac:spMkLst>
              <pc:docMk/>
              <pc:sldMasterMk cId="231905695" sldId="2147483648"/>
              <pc:sldLayoutMk cId="1235464903" sldId="2147483649"/>
              <ac:spMk id="7" creationId="{638AAD47-5E33-6686-1CCB-F6BB54CAE403}"/>
            </ac:spMkLst>
          </pc:spChg>
          <pc:spChg chg="add mod">
            <ac:chgData name="承太郎 山崎" userId="f065ba058e752810" providerId="LiveId" clId="{3B8B9E92-5D31-4345-BE2F-F8EEC2F73A79}" dt="2025-11-24T09:40:03.334" v="340"/>
            <ac:spMkLst>
              <pc:docMk/>
              <pc:sldMasterMk cId="231905695" sldId="2147483648"/>
              <pc:sldLayoutMk cId="1235464903" sldId="2147483649"/>
              <ac:spMk id="8" creationId="{BB53FFE4-DDFE-E8CB-D87A-AFABC552EF1B}"/>
            </ac:spMkLst>
          </pc:spChg>
          <pc:spChg chg="add mod">
            <ac:chgData name="承太郎 山崎" userId="f065ba058e752810" providerId="LiveId" clId="{3B8B9E92-5D31-4345-BE2F-F8EEC2F73A79}" dt="2025-11-24T10:06:51.905" v="541"/>
            <ac:spMkLst>
              <pc:docMk/>
              <pc:sldMasterMk cId="231905695" sldId="2147483648"/>
              <pc:sldLayoutMk cId="1235464903" sldId="2147483649"/>
              <ac:spMk id="11" creationId="{4EB759DB-A71E-229C-8A96-58470A409A61}"/>
            </ac:spMkLst>
          </pc:spChg>
        </pc:sldLayoutChg>
        <pc:sldLayoutChg chg="addSp delSp modSp mod">
          <pc:chgData name="承太郎 山崎" userId="f065ba058e752810" providerId="LiveId" clId="{3B8B9E92-5D31-4345-BE2F-F8EEC2F73A79}" dt="2025-11-25T10:48:37.702" v="1370" actId="14100"/>
          <pc:sldLayoutMkLst>
            <pc:docMk/>
            <pc:sldMasterMk cId="231905695" sldId="2147483648"/>
            <pc:sldLayoutMk cId="2093512926" sldId="2147483650"/>
          </pc:sldLayoutMkLst>
          <pc:spChg chg="mod">
            <ac:chgData name="承太郎 山崎" userId="f065ba058e752810" providerId="LiveId" clId="{3B8B9E92-5D31-4345-BE2F-F8EEC2F73A79}" dt="2025-11-24T09:46:25.116" v="348" actId="1076"/>
            <ac:spMkLst>
              <pc:docMk/>
              <pc:sldMasterMk cId="231905695" sldId="2147483648"/>
              <pc:sldLayoutMk cId="2093512926" sldId="2147483650"/>
              <ac:spMk id="2" creationId="{17AE4EB2-9687-E4D4-D155-9E5AAB37CB48}"/>
            </ac:spMkLst>
          </pc:spChg>
          <pc:spChg chg="mod">
            <ac:chgData name="承太郎 山崎" userId="f065ba058e752810" providerId="LiveId" clId="{3B8B9E92-5D31-4345-BE2F-F8EEC2F73A79}" dt="2025-11-25T10:48:37.702" v="1370" actId="14100"/>
            <ac:spMkLst>
              <pc:docMk/>
              <pc:sldMasterMk cId="231905695" sldId="2147483648"/>
              <pc:sldLayoutMk cId="2093512926" sldId="2147483650"/>
              <ac:spMk id="3" creationId="{B1E25AC3-4370-E3D2-1544-FAB9FB924531}"/>
            </ac:spMkLst>
          </pc:spChg>
          <pc:spChg chg="add mod">
            <ac:chgData name="承太郎 山崎" userId="f065ba058e752810" providerId="LiveId" clId="{3B8B9E92-5D31-4345-BE2F-F8EEC2F73A79}" dt="2025-11-24T10:06:08.157" v="519" actId="14100"/>
            <ac:spMkLst>
              <pc:docMk/>
              <pc:sldMasterMk cId="231905695" sldId="2147483648"/>
              <pc:sldLayoutMk cId="2093512926" sldId="2147483650"/>
              <ac:spMk id="7" creationId="{8F2CD69E-91ED-A6E0-1276-E89A852E39DE}"/>
            </ac:spMkLst>
          </pc:spChg>
          <pc:spChg chg="add mod ord">
            <ac:chgData name="承太郎 山崎" userId="f065ba058e752810" providerId="LiveId" clId="{3B8B9E92-5D31-4345-BE2F-F8EEC2F73A79}" dt="2025-11-24T10:06:43.923" v="537" actId="1036"/>
            <ac:spMkLst>
              <pc:docMk/>
              <pc:sldMasterMk cId="231905695" sldId="2147483648"/>
              <pc:sldLayoutMk cId="2093512926" sldId="2147483650"/>
              <ac:spMk id="11" creationId="{C2627022-3FD2-1C4C-75D7-89A3B123E6A4}"/>
            </ac:spMkLst>
          </pc:spChg>
          <pc:cxnChg chg="add mod">
            <ac:chgData name="承太郎 山崎" userId="f065ba058e752810" providerId="LiveId" clId="{3B8B9E92-5D31-4345-BE2F-F8EEC2F73A79}" dt="2025-11-24T09:48:10.648" v="399" actId="1076"/>
            <ac:cxnSpMkLst>
              <pc:docMk/>
              <pc:sldMasterMk cId="231905695" sldId="2147483648"/>
              <pc:sldLayoutMk cId="2093512926" sldId="2147483650"/>
              <ac:cxnSpMk id="9" creationId="{16269774-8118-9D09-1105-BE2B79D02A04}"/>
            </ac:cxnSpMkLst>
          </pc:cxnChg>
        </pc:sldLayoutChg>
      </pc:sldMasterChg>
    </pc:docChg>
  </pc:docChgLst>
  <pc:docChgLst>
    <pc:chgData name="承太郎 山崎" userId="f065ba058e752810" providerId="LiveId" clId="{EE6D8BB2-87BE-4943-94DC-E90E182A0523}"/>
    <pc:docChg chg="undo custSel addSld delSld modSld">
      <pc:chgData name="承太郎 山崎" userId="f065ba058e752810" providerId="LiveId" clId="{EE6D8BB2-87BE-4943-94DC-E90E182A0523}" dt="2025-12-23T19:11:16.247" v="4292" actId="207"/>
      <pc:docMkLst>
        <pc:docMk/>
      </pc:docMkLst>
      <pc:sldChg chg="addSp delSp modSp mod">
        <pc:chgData name="承太郎 山崎" userId="f065ba058e752810" providerId="LiveId" clId="{EE6D8BB2-87BE-4943-94DC-E90E182A0523}" dt="2025-12-23T19:01:10.535" v="4014" actId="2711"/>
        <pc:sldMkLst>
          <pc:docMk/>
          <pc:sldMk cId="2574879856" sldId="258"/>
        </pc:sldMkLst>
        <pc:spChg chg="add del">
          <ac:chgData name="承太郎 山崎" userId="f065ba058e752810" providerId="LiveId" clId="{EE6D8BB2-87BE-4943-94DC-E90E182A0523}" dt="2025-12-23T17:11:47.172" v="1131" actId="478"/>
          <ac:spMkLst>
            <pc:docMk/>
            <pc:sldMk cId="2574879856" sldId="258"/>
            <ac:spMk id="3" creationId="{C2A48E4D-A4DD-CFCF-E789-D2284C128CFB}"/>
          </ac:spMkLst>
        </pc:spChg>
        <pc:spChg chg="add del">
          <ac:chgData name="承太郎 山崎" userId="f065ba058e752810" providerId="LiveId" clId="{EE6D8BB2-87BE-4943-94DC-E90E182A0523}" dt="2025-12-23T17:11:55.524" v="1133" actId="478"/>
          <ac:spMkLst>
            <pc:docMk/>
            <pc:sldMk cId="2574879856" sldId="258"/>
            <ac:spMk id="5" creationId="{47C9ED75-F894-4745-5F54-6B28F46F8FB1}"/>
          </ac:spMkLst>
        </pc:spChg>
        <pc:spChg chg="mod">
          <ac:chgData name="承太郎 山崎" userId="f065ba058e752810" providerId="LiveId" clId="{EE6D8BB2-87BE-4943-94DC-E90E182A0523}" dt="2025-12-23T19:01:10.535" v="4014" actId="2711"/>
          <ac:spMkLst>
            <pc:docMk/>
            <pc:sldMk cId="2574879856" sldId="258"/>
            <ac:spMk id="25" creationId="{4C640862-EDA7-274C-C18E-46B040D772A0}"/>
          </ac:spMkLst>
        </pc:spChg>
        <pc:picChg chg="add del mod ord">
          <ac:chgData name="承太郎 山崎" userId="f065ba058e752810" providerId="LiveId" clId="{EE6D8BB2-87BE-4943-94DC-E90E182A0523}" dt="2025-12-23T17:12:37.764" v="1145" actId="478"/>
          <ac:picMkLst>
            <pc:docMk/>
            <pc:sldMk cId="2574879856" sldId="258"/>
            <ac:picMk id="7" creationId="{8072AECB-DAD3-894C-1F05-0D4AF7A707FC}"/>
          </ac:picMkLst>
        </pc:picChg>
      </pc:sldChg>
      <pc:sldChg chg="addSp delSp modSp mod">
        <pc:chgData name="承太郎 山崎" userId="f065ba058e752810" providerId="LiveId" clId="{EE6D8BB2-87BE-4943-94DC-E90E182A0523}" dt="2025-12-23T19:05:03.215" v="4126" actId="1036"/>
        <pc:sldMkLst>
          <pc:docMk/>
          <pc:sldMk cId="494613671" sldId="259"/>
        </pc:sldMkLst>
        <pc:spChg chg="add mod">
          <ac:chgData name="承太郎 山崎" userId="f065ba058e752810" providerId="LiveId" clId="{EE6D8BB2-87BE-4943-94DC-E90E182A0523}" dt="2025-12-23T17:28:31.732" v="1517" actId="1037"/>
          <ac:spMkLst>
            <pc:docMk/>
            <pc:sldMk cId="494613671" sldId="259"/>
            <ac:spMk id="2" creationId="{5A6A2002-16C8-EC2E-0A80-1E4658F9F006}"/>
          </ac:spMkLst>
        </pc:spChg>
        <pc:spChg chg="add mod">
          <ac:chgData name="承太郎 山崎" userId="f065ba058e752810" providerId="LiveId" clId="{EE6D8BB2-87BE-4943-94DC-E90E182A0523}" dt="2025-12-23T17:28:31.732" v="1517" actId="1037"/>
          <ac:spMkLst>
            <pc:docMk/>
            <pc:sldMk cId="494613671" sldId="259"/>
            <ac:spMk id="3" creationId="{8FE1E699-7B2C-07EC-2E6E-AD4E7595A92E}"/>
          </ac:spMkLst>
        </pc:spChg>
        <pc:spChg chg="add mod">
          <ac:chgData name="承太郎 山崎" userId="f065ba058e752810" providerId="LiveId" clId="{EE6D8BB2-87BE-4943-94DC-E90E182A0523}" dt="2025-12-23T17:28:31.732" v="1517" actId="1037"/>
          <ac:spMkLst>
            <pc:docMk/>
            <pc:sldMk cId="494613671" sldId="259"/>
            <ac:spMk id="10" creationId="{A2120763-CF22-8A57-7613-9F7709C0A6D4}"/>
          </ac:spMkLst>
        </pc:spChg>
        <pc:spChg chg="add mod">
          <ac:chgData name="承太郎 山崎" userId="f065ba058e752810" providerId="LiveId" clId="{EE6D8BB2-87BE-4943-94DC-E90E182A0523}" dt="2025-12-23T17:24:56.910" v="1427"/>
          <ac:spMkLst>
            <pc:docMk/>
            <pc:sldMk cId="494613671" sldId="259"/>
            <ac:spMk id="11" creationId="{95602894-9341-579E-7ECF-D75EEF15329D}"/>
          </ac:spMkLst>
        </pc:spChg>
        <pc:spChg chg="mod">
          <ac:chgData name="承太郎 山崎" userId="f065ba058e752810" providerId="LiveId" clId="{EE6D8BB2-87BE-4943-94DC-E90E182A0523}" dt="2025-12-23T17:26:42.015" v="1463" actId="404"/>
          <ac:spMkLst>
            <pc:docMk/>
            <pc:sldMk cId="494613671" sldId="259"/>
            <ac:spMk id="12" creationId="{DEA3B902-27AA-29F2-473B-BDC50437AF7B}"/>
          </ac:spMkLst>
        </pc:spChg>
        <pc:spChg chg="del mod">
          <ac:chgData name="承太郎 山崎" userId="f065ba058e752810" providerId="LiveId" clId="{EE6D8BB2-87BE-4943-94DC-E90E182A0523}" dt="2025-12-23T17:24:52.420" v="1426" actId="478"/>
          <ac:spMkLst>
            <pc:docMk/>
            <pc:sldMk cId="494613671" sldId="259"/>
            <ac:spMk id="15" creationId="{83D8CDC1-A01F-D384-EA59-5B03223DEB29}"/>
          </ac:spMkLst>
        </pc:spChg>
        <pc:spChg chg="add mod">
          <ac:chgData name="承太郎 山崎" userId="f065ba058e752810" providerId="LiveId" clId="{EE6D8BB2-87BE-4943-94DC-E90E182A0523}" dt="2025-12-23T19:04:48.888" v="4113" actId="207"/>
          <ac:spMkLst>
            <pc:docMk/>
            <pc:sldMk cId="494613671" sldId="259"/>
            <ac:spMk id="18" creationId="{1FD247AD-F865-2658-16A0-4E9F7D21EE93}"/>
          </ac:spMkLst>
        </pc:spChg>
        <pc:spChg chg="mod">
          <ac:chgData name="承太郎 山崎" userId="f065ba058e752810" providerId="LiveId" clId="{EE6D8BB2-87BE-4943-94DC-E90E182A0523}" dt="2025-12-23T17:28:31.732" v="1517" actId="1037"/>
          <ac:spMkLst>
            <pc:docMk/>
            <pc:sldMk cId="494613671" sldId="259"/>
            <ac:spMk id="19" creationId="{6301626E-5D2C-7AC4-CC5A-336513BFA25A}"/>
          </ac:spMkLst>
        </pc:spChg>
        <pc:spChg chg="del">
          <ac:chgData name="承太郎 山崎" userId="f065ba058e752810" providerId="LiveId" clId="{EE6D8BB2-87BE-4943-94DC-E90E182A0523}" dt="2025-12-23T17:13:01.779" v="1147" actId="478"/>
          <ac:spMkLst>
            <pc:docMk/>
            <pc:sldMk cId="494613671" sldId="259"/>
            <ac:spMk id="20" creationId="{3CD77278-0916-DCA9-C11F-14AD185711EC}"/>
          </ac:spMkLst>
        </pc:spChg>
        <pc:spChg chg="mod">
          <ac:chgData name="承太郎 山崎" userId="f065ba058e752810" providerId="LiveId" clId="{EE6D8BB2-87BE-4943-94DC-E90E182A0523}" dt="2025-12-23T19:05:03.215" v="4126" actId="1036"/>
          <ac:spMkLst>
            <pc:docMk/>
            <pc:sldMk cId="494613671" sldId="259"/>
            <ac:spMk id="25" creationId="{DDC4373B-F5C3-82B6-46CE-4DC3F2E72984}"/>
          </ac:spMkLst>
        </pc:spChg>
        <pc:spChg chg="del">
          <ac:chgData name="承太郎 山崎" userId="f065ba058e752810" providerId="LiveId" clId="{EE6D8BB2-87BE-4943-94DC-E90E182A0523}" dt="2025-12-23T17:13:01.779" v="1147" actId="478"/>
          <ac:spMkLst>
            <pc:docMk/>
            <pc:sldMk cId="494613671" sldId="259"/>
            <ac:spMk id="26" creationId="{CD37BD79-8FB1-720E-9684-0125F968B432}"/>
          </ac:spMkLst>
        </pc:spChg>
        <pc:spChg chg="del">
          <ac:chgData name="承太郎 山崎" userId="f065ba058e752810" providerId="LiveId" clId="{EE6D8BB2-87BE-4943-94DC-E90E182A0523}" dt="2025-12-23T17:13:01.779" v="1147" actId="478"/>
          <ac:spMkLst>
            <pc:docMk/>
            <pc:sldMk cId="494613671" sldId="259"/>
            <ac:spMk id="28" creationId="{5376CF83-1358-2DFD-E36F-71370616DF02}"/>
          </ac:spMkLst>
        </pc:spChg>
        <pc:spChg chg="del mod">
          <ac:chgData name="承太郎 山崎" userId="f065ba058e752810" providerId="LiveId" clId="{EE6D8BB2-87BE-4943-94DC-E90E182A0523}" dt="2025-12-23T17:28:18.536" v="1510" actId="478"/>
          <ac:spMkLst>
            <pc:docMk/>
            <pc:sldMk cId="494613671" sldId="259"/>
            <ac:spMk id="29" creationId="{E17C987A-A550-1C54-90F4-63E1A6B503CC}"/>
          </ac:spMkLst>
        </pc:spChg>
        <pc:spChg chg="del">
          <ac:chgData name="承太郎 山崎" userId="f065ba058e752810" providerId="LiveId" clId="{EE6D8BB2-87BE-4943-94DC-E90E182A0523}" dt="2025-12-23T17:13:01.779" v="1147" actId="478"/>
          <ac:spMkLst>
            <pc:docMk/>
            <pc:sldMk cId="494613671" sldId="259"/>
            <ac:spMk id="30" creationId="{6A7008CC-FC66-1A8F-1869-37BBD0C99D52}"/>
          </ac:spMkLst>
        </pc:spChg>
        <pc:picChg chg="add del mod">
          <ac:chgData name="承太郎 山崎" userId="f065ba058e752810" providerId="LiveId" clId="{EE6D8BB2-87BE-4943-94DC-E90E182A0523}" dt="2025-12-23T17:32:52.593" v="1582" actId="478"/>
          <ac:picMkLst>
            <pc:docMk/>
            <pc:sldMk cId="494613671" sldId="259"/>
            <ac:picMk id="8" creationId="{848A8B29-800C-3BC2-8647-E2034BD6B551}"/>
          </ac:picMkLst>
        </pc:picChg>
        <pc:picChg chg="add del mod">
          <ac:chgData name="承太郎 山崎" userId="f065ba058e752810" providerId="LiveId" clId="{EE6D8BB2-87BE-4943-94DC-E90E182A0523}" dt="2025-12-23T17:32:52.125" v="1581" actId="478"/>
          <ac:picMkLst>
            <pc:docMk/>
            <pc:sldMk cId="494613671" sldId="259"/>
            <ac:picMk id="9" creationId="{48EC8850-41E9-839E-E0F4-AE562C88D6A4}"/>
          </ac:picMkLst>
        </pc:picChg>
        <pc:picChg chg="add mod">
          <ac:chgData name="承太郎 山崎" userId="f065ba058e752810" providerId="LiveId" clId="{EE6D8BB2-87BE-4943-94DC-E90E182A0523}" dt="2025-12-23T17:32:51.426" v="1580" actId="1076"/>
          <ac:picMkLst>
            <pc:docMk/>
            <pc:sldMk cId="494613671" sldId="259"/>
            <ac:picMk id="14" creationId="{70187111-A039-8636-60E7-67E4BE8157E0}"/>
          </ac:picMkLst>
        </pc:picChg>
        <pc:picChg chg="mod">
          <ac:chgData name="承太郎 山崎" userId="f065ba058e752810" providerId="LiveId" clId="{EE6D8BB2-87BE-4943-94DC-E90E182A0523}" dt="2025-12-23T17:30:56.855" v="1558" actId="1076"/>
          <ac:picMkLst>
            <pc:docMk/>
            <pc:sldMk cId="494613671" sldId="259"/>
            <ac:picMk id="17" creationId="{E8C8DDB6-4FCF-BC22-77A0-62C93EA6AC00}"/>
          </ac:picMkLst>
        </pc:picChg>
        <pc:picChg chg="del mod ord">
          <ac:chgData name="承太郎 山崎" userId="f065ba058e752810" providerId="LiveId" clId="{EE6D8BB2-87BE-4943-94DC-E90E182A0523}" dt="2025-12-23T17:28:16.696" v="1509" actId="478"/>
          <ac:picMkLst>
            <pc:docMk/>
            <pc:sldMk cId="494613671" sldId="259"/>
            <ac:picMk id="22" creationId="{D651834A-6DCC-21A5-6F26-09C1484BE15E}"/>
          </ac:picMkLst>
        </pc:picChg>
        <pc:picChg chg="del">
          <ac:chgData name="承太郎 山崎" userId="f065ba058e752810" providerId="LiveId" clId="{EE6D8BB2-87BE-4943-94DC-E90E182A0523}" dt="2025-12-23T17:13:01.779" v="1147" actId="478"/>
          <ac:picMkLst>
            <pc:docMk/>
            <pc:sldMk cId="494613671" sldId="259"/>
            <ac:picMk id="24" creationId="{8AB3397D-190A-9E4D-BA3F-CE00E3BD20CD}"/>
          </ac:picMkLst>
        </pc:picChg>
        <pc:picChg chg="del">
          <ac:chgData name="承太郎 山崎" userId="f065ba058e752810" providerId="LiveId" clId="{EE6D8BB2-87BE-4943-94DC-E90E182A0523}" dt="2025-12-23T17:13:01.779" v="1147" actId="478"/>
          <ac:picMkLst>
            <pc:docMk/>
            <pc:sldMk cId="494613671" sldId="259"/>
            <ac:picMk id="1028" creationId="{4D79B528-47C1-BEA7-7505-3C7E2DBB623A}"/>
          </ac:picMkLst>
        </pc:picChg>
        <pc:picChg chg="add mod">
          <ac:chgData name="承太郎 山崎" userId="f065ba058e752810" providerId="LiveId" clId="{EE6D8BB2-87BE-4943-94DC-E90E182A0523}" dt="2025-12-23T17:28:31.732" v="1517" actId="1037"/>
          <ac:picMkLst>
            <pc:docMk/>
            <pc:sldMk cId="494613671" sldId="259"/>
            <ac:picMk id="2050" creationId="{F08762CA-9D8E-1112-675A-FB2BD7650329}"/>
          </ac:picMkLst>
        </pc:picChg>
        <pc:picChg chg="add mod">
          <ac:chgData name="承太郎 山崎" userId="f065ba058e752810" providerId="LiveId" clId="{EE6D8BB2-87BE-4943-94DC-E90E182A0523}" dt="2025-12-23T17:28:31.732" v="1517" actId="1037"/>
          <ac:picMkLst>
            <pc:docMk/>
            <pc:sldMk cId="494613671" sldId="259"/>
            <ac:picMk id="2052" creationId="{CEA28437-0192-A66E-E6A7-503C049A1198}"/>
          </ac:picMkLst>
        </pc:picChg>
        <pc:cxnChg chg="add del mod">
          <ac:chgData name="承太郎 山崎" userId="f065ba058e752810" providerId="LiveId" clId="{EE6D8BB2-87BE-4943-94DC-E90E182A0523}" dt="2025-12-23T17:19:42.576" v="1268" actId="478"/>
          <ac:cxnSpMkLst>
            <pc:docMk/>
            <pc:sldMk cId="494613671" sldId="259"/>
            <ac:cxnSpMk id="6" creationId="{726BDBAF-A913-338C-5C94-9A1E6622E43F}"/>
          </ac:cxnSpMkLst>
        </pc:cxnChg>
      </pc:sldChg>
      <pc:sldChg chg="modSp mod">
        <pc:chgData name="承太郎 山崎" userId="f065ba058e752810" providerId="LiveId" clId="{EE6D8BB2-87BE-4943-94DC-E90E182A0523}" dt="2025-12-23T18:51:05.553" v="3733" actId="1035"/>
        <pc:sldMkLst>
          <pc:docMk/>
          <pc:sldMk cId="1985126989" sldId="269"/>
        </pc:sldMkLst>
        <pc:spChg chg="mod">
          <ac:chgData name="承太郎 山崎" userId="f065ba058e752810" providerId="LiveId" clId="{EE6D8BB2-87BE-4943-94DC-E90E182A0523}" dt="2025-12-23T18:10:12.986" v="2519" actId="1076"/>
          <ac:spMkLst>
            <pc:docMk/>
            <pc:sldMk cId="1985126989" sldId="269"/>
            <ac:spMk id="8" creationId="{9A0D667E-38E9-715B-DC10-28BF31D00B6F}"/>
          </ac:spMkLst>
        </pc:spChg>
        <pc:spChg chg="mod">
          <ac:chgData name="承太郎 山崎" userId="f065ba058e752810" providerId="LiveId" clId="{EE6D8BB2-87BE-4943-94DC-E90E182A0523}" dt="2025-12-23T18:51:05.553" v="3733" actId="1035"/>
          <ac:spMkLst>
            <pc:docMk/>
            <pc:sldMk cId="1985126989" sldId="269"/>
            <ac:spMk id="14" creationId="{C56B4F15-D9F1-A0FF-44E3-5D831B98566B}"/>
          </ac:spMkLst>
        </pc:spChg>
      </pc:sldChg>
      <pc:sldChg chg="addSp delSp modSp mod">
        <pc:chgData name="承太郎 山崎" userId="f065ba058e752810" providerId="LiveId" clId="{EE6D8BB2-87BE-4943-94DC-E90E182A0523}" dt="2025-12-23T18:26:18.749" v="2759" actId="1035"/>
        <pc:sldMkLst>
          <pc:docMk/>
          <pc:sldMk cId="252509247" sldId="270"/>
        </pc:sldMkLst>
        <pc:spChg chg="mod">
          <ac:chgData name="承太郎 山崎" userId="f065ba058e752810" providerId="LiveId" clId="{EE6D8BB2-87BE-4943-94DC-E90E182A0523}" dt="2025-12-23T18:26:05.795" v="2754" actId="403"/>
          <ac:spMkLst>
            <pc:docMk/>
            <pc:sldMk cId="252509247" sldId="270"/>
            <ac:spMk id="2" creationId="{37DF6DC2-3A56-CF1F-4FD0-C7B3A5EF1F77}"/>
          </ac:spMkLst>
        </pc:spChg>
        <pc:spChg chg="del">
          <ac:chgData name="承太郎 山崎" userId="f065ba058e752810" providerId="LiveId" clId="{EE6D8BB2-87BE-4943-94DC-E90E182A0523}" dt="2025-12-23T18:12:28.928" v="2554" actId="478"/>
          <ac:spMkLst>
            <pc:docMk/>
            <pc:sldMk cId="252509247" sldId="270"/>
            <ac:spMk id="3" creationId="{14607BEB-9AAC-EC9F-2F83-887852E68B88}"/>
          </ac:spMkLst>
        </pc:spChg>
        <pc:spChg chg="mod">
          <ac:chgData name="承太郎 山崎" userId="f065ba058e752810" providerId="LiveId" clId="{EE6D8BB2-87BE-4943-94DC-E90E182A0523}" dt="2025-12-23T18:18:44.349" v="2656" actId="1036"/>
          <ac:spMkLst>
            <pc:docMk/>
            <pc:sldMk cId="252509247" sldId="270"/>
            <ac:spMk id="5" creationId="{62275B28-395F-C850-F659-0F2E6B331888}"/>
          </ac:spMkLst>
        </pc:spChg>
        <pc:spChg chg="mod">
          <ac:chgData name="承太郎 山崎" userId="f065ba058e752810" providerId="LiveId" clId="{EE6D8BB2-87BE-4943-94DC-E90E182A0523}" dt="2025-12-23T18:26:18.749" v="2759" actId="1035"/>
          <ac:spMkLst>
            <pc:docMk/>
            <pc:sldMk cId="252509247" sldId="270"/>
            <ac:spMk id="6" creationId="{38CE5C71-0006-BF0E-0ED4-58B5AF8AD281}"/>
          </ac:spMkLst>
        </pc:spChg>
        <pc:spChg chg="del">
          <ac:chgData name="承太郎 山崎" userId="f065ba058e752810" providerId="LiveId" clId="{EE6D8BB2-87BE-4943-94DC-E90E182A0523}" dt="2025-12-23T18:12:48.717" v="2558" actId="478"/>
          <ac:spMkLst>
            <pc:docMk/>
            <pc:sldMk cId="252509247" sldId="270"/>
            <ac:spMk id="7" creationId="{EF82F387-8C80-3CF6-5B02-83FCC6C58D4B}"/>
          </ac:spMkLst>
        </pc:spChg>
        <pc:spChg chg="del">
          <ac:chgData name="承太郎 山崎" userId="f065ba058e752810" providerId="LiveId" clId="{EE6D8BB2-87BE-4943-94DC-E90E182A0523}" dt="2025-12-23T18:12:28.928" v="2554" actId="478"/>
          <ac:spMkLst>
            <pc:docMk/>
            <pc:sldMk cId="252509247" sldId="270"/>
            <ac:spMk id="8" creationId="{E1A156FC-11C1-6751-3FDA-F3A1ACA89DE1}"/>
          </ac:spMkLst>
        </pc:spChg>
        <pc:spChg chg="mod">
          <ac:chgData name="承太郎 山崎" userId="f065ba058e752810" providerId="LiveId" clId="{EE6D8BB2-87BE-4943-94DC-E90E182A0523}" dt="2025-12-23T18:18:44.349" v="2656" actId="1036"/>
          <ac:spMkLst>
            <pc:docMk/>
            <pc:sldMk cId="252509247" sldId="270"/>
            <ac:spMk id="10" creationId="{40C1A2CE-2268-4BA3-F341-A8B99E54CDEF}"/>
          </ac:spMkLst>
        </pc:spChg>
        <pc:picChg chg="add del mod modCrop">
          <ac:chgData name="承太郎 山崎" userId="f065ba058e752810" providerId="LiveId" clId="{EE6D8BB2-87BE-4943-94DC-E90E182A0523}" dt="2025-12-23T18:19:24.713" v="2669" actId="478"/>
          <ac:picMkLst>
            <pc:docMk/>
            <pc:sldMk cId="252509247" sldId="270"/>
            <ac:picMk id="11" creationId="{1BD17B49-00BA-660F-F0C4-3913CDA4AAB0}"/>
          </ac:picMkLst>
        </pc:picChg>
        <pc:picChg chg="add mod modCrop">
          <ac:chgData name="承太郎 山崎" userId="f065ba058e752810" providerId="LiveId" clId="{EE6D8BB2-87BE-4943-94DC-E90E182A0523}" dt="2025-12-23T18:23:12.138" v="2708" actId="1076"/>
          <ac:picMkLst>
            <pc:docMk/>
            <pc:sldMk cId="252509247" sldId="270"/>
            <ac:picMk id="13" creationId="{D27687B5-A048-A8B3-D15C-9C778015819F}"/>
          </ac:picMkLst>
        </pc:picChg>
        <pc:picChg chg="add mod modCrop">
          <ac:chgData name="承太郎 山崎" userId="f065ba058e752810" providerId="LiveId" clId="{EE6D8BB2-87BE-4943-94DC-E90E182A0523}" dt="2025-12-23T18:23:22.726" v="2714" actId="1037"/>
          <ac:picMkLst>
            <pc:docMk/>
            <pc:sldMk cId="252509247" sldId="270"/>
            <ac:picMk id="15" creationId="{18B817DF-51E2-4697-13C6-3CCBB57C50A4}"/>
          </ac:picMkLst>
        </pc:picChg>
        <pc:picChg chg="add mod modCrop">
          <ac:chgData name="承太郎 山崎" userId="f065ba058e752810" providerId="LiveId" clId="{EE6D8BB2-87BE-4943-94DC-E90E182A0523}" dt="2025-12-23T18:23:02.602" v="2706" actId="1076"/>
          <ac:picMkLst>
            <pc:docMk/>
            <pc:sldMk cId="252509247" sldId="270"/>
            <ac:picMk id="17" creationId="{0F4FE4D5-4D9E-82B8-10CF-8F9F8D811B7B}"/>
          </ac:picMkLst>
        </pc:picChg>
        <pc:cxnChg chg="add mod">
          <ac:chgData name="承太郎 山崎" userId="f065ba058e752810" providerId="LiveId" clId="{EE6D8BB2-87BE-4943-94DC-E90E182A0523}" dt="2025-12-23T18:24:27.223" v="2721" actId="208"/>
          <ac:cxnSpMkLst>
            <pc:docMk/>
            <pc:sldMk cId="252509247" sldId="270"/>
            <ac:cxnSpMk id="18" creationId="{395118A6-5912-4DBD-7AE4-F49624CE2465}"/>
          </ac:cxnSpMkLst>
        </pc:cxnChg>
        <pc:cxnChg chg="add del mod">
          <ac:chgData name="承太郎 山崎" userId="f065ba058e752810" providerId="LiveId" clId="{EE6D8BB2-87BE-4943-94DC-E90E182A0523}" dt="2025-12-23T18:24:40.686" v="2722" actId="478"/>
          <ac:cxnSpMkLst>
            <pc:docMk/>
            <pc:sldMk cId="252509247" sldId="270"/>
            <ac:cxnSpMk id="19" creationId="{40ACE6B6-53D2-0452-3326-E6B93ADEF43D}"/>
          </ac:cxnSpMkLst>
        </pc:cxnChg>
        <pc:cxnChg chg="add mod">
          <ac:chgData name="承太郎 山崎" userId="f065ba058e752810" providerId="LiveId" clId="{EE6D8BB2-87BE-4943-94DC-E90E182A0523}" dt="2025-12-23T18:24:55.869" v="2726" actId="1038"/>
          <ac:cxnSpMkLst>
            <pc:docMk/>
            <pc:sldMk cId="252509247" sldId="270"/>
            <ac:cxnSpMk id="20" creationId="{2D8A9046-23A8-AF5C-371D-919E33D85E36}"/>
          </ac:cxnSpMkLst>
        </pc:cxnChg>
      </pc:sldChg>
      <pc:sldChg chg="addSp delSp modSp mod">
        <pc:chgData name="承太郎 山崎" userId="f065ba058e752810" providerId="LiveId" clId="{EE6D8BB2-87BE-4943-94DC-E90E182A0523}" dt="2025-12-23T18:48:41.424" v="3706" actId="20577"/>
        <pc:sldMkLst>
          <pc:docMk/>
          <pc:sldMk cId="2841494129" sldId="273"/>
        </pc:sldMkLst>
        <pc:spChg chg="mod">
          <ac:chgData name="承太郎 山崎" userId="f065ba058e752810" providerId="LiveId" clId="{EE6D8BB2-87BE-4943-94DC-E90E182A0523}" dt="2025-12-23T18:44:40.055" v="3497" actId="20577"/>
          <ac:spMkLst>
            <pc:docMk/>
            <pc:sldMk cId="2841494129" sldId="273"/>
            <ac:spMk id="3" creationId="{1D39C5EC-3B2F-6381-CD48-3E0FA32E9FF8}"/>
          </ac:spMkLst>
        </pc:spChg>
        <pc:spChg chg="del">
          <ac:chgData name="承太郎 山崎" userId="f065ba058e752810" providerId="LiveId" clId="{EE6D8BB2-87BE-4943-94DC-E90E182A0523}" dt="2025-12-23T18:36:17.165" v="3117" actId="478"/>
          <ac:spMkLst>
            <pc:docMk/>
            <pc:sldMk cId="2841494129" sldId="273"/>
            <ac:spMk id="7" creationId="{698EAA6C-17ED-D698-3A8B-BDBA0B369567}"/>
          </ac:spMkLst>
        </pc:spChg>
        <pc:spChg chg="add del mod">
          <ac:chgData name="承太郎 山崎" userId="f065ba058e752810" providerId="LiveId" clId="{EE6D8BB2-87BE-4943-94DC-E90E182A0523}" dt="2025-12-23T18:45:21.698" v="3509" actId="478"/>
          <ac:spMkLst>
            <pc:docMk/>
            <pc:sldMk cId="2841494129" sldId="273"/>
            <ac:spMk id="8" creationId="{9098A273-781F-E75D-CD97-D1F78756258C}"/>
          </ac:spMkLst>
        </pc:spChg>
        <pc:spChg chg="add mod">
          <ac:chgData name="承太郎 山崎" userId="f065ba058e752810" providerId="LiveId" clId="{EE6D8BB2-87BE-4943-94DC-E90E182A0523}" dt="2025-12-23T18:47:14.363" v="3581" actId="1035"/>
          <ac:spMkLst>
            <pc:docMk/>
            <pc:sldMk cId="2841494129" sldId="273"/>
            <ac:spMk id="9" creationId="{EE2A85BB-B805-A7E5-5000-B8DEFDA60583}"/>
          </ac:spMkLst>
        </pc:spChg>
        <pc:spChg chg="add mod">
          <ac:chgData name="承太郎 山崎" userId="f065ba058e752810" providerId="LiveId" clId="{EE6D8BB2-87BE-4943-94DC-E90E182A0523}" dt="2025-12-23T18:47:20.586" v="3583" actId="1035"/>
          <ac:spMkLst>
            <pc:docMk/>
            <pc:sldMk cId="2841494129" sldId="273"/>
            <ac:spMk id="10" creationId="{47C21C68-FB9F-5535-DCC9-4B61A4036CC0}"/>
          </ac:spMkLst>
        </pc:spChg>
        <pc:spChg chg="add del mod">
          <ac:chgData name="承太郎 山崎" userId="f065ba058e752810" providerId="LiveId" clId="{EE6D8BB2-87BE-4943-94DC-E90E182A0523}" dt="2025-12-23T18:46:21.818" v="3540"/>
          <ac:spMkLst>
            <pc:docMk/>
            <pc:sldMk cId="2841494129" sldId="273"/>
            <ac:spMk id="12" creationId="{578B2687-3D04-BD38-B398-855347AD4D29}"/>
          </ac:spMkLst>
        </pc:spChg>
        <pc:spChg chg="add mod">
          <ac:chgData name="承太郎 山崎" userId="f065ba058e752810" providerId="LiveId" clId="{EE6D8BB2-87BE-4943-94DC-E90E182A0523}" dt="2025-12-23T18:43:11.477" v="3433" actId="571"/>
          <ac:spMkLst>
            <pc:docMk/>
            <pc:sldMk cId="2841494129" sldId="273"/>
            <ac:spMk id="13" creationId="{E508A012-B2DD-F89A-4F5F-67CD743DA112}"/>
          </ac:spMkLst>
        </pc:spChg>
        <pc:spChg chg="add mod">
          <ac:chgData name="承太郎 山崎" userId="f065ba058e752810" providerId="LiveId" clId="{EE6D8BB2-87BE-4943-94DC-E90E182A0523}" dt="2025-12-23T18:46:52.374" v="3564" actId="14100"/>
          <ac:spMkLst>
            <pc:docMk/>
            <pc:sldMk cId="2841494129" sldId="273"/>
            <ac:spMk id="14" creationId="{054D4BA8-1433-7193-49E0-049F04CF4800}"/>
          </ac:spMkLst>
        </pc:spChg>
        <pc:spChg chg="add mod">
          <ac:chgData name="承太郎 山崎" userId="f065ba058e752810" providerId="LiveId" clId="{EE6D8BB2-87BE-4943-94DC-E90E182A0523}" dt="2025-12-23T18:47:06.186" v="3579" actId="1036"/>
          <ac:spMkLst>
            <pc:docMk/>
            <pc:sldMk cId="2841494129" sldId="273"/>
            <ac:spMk id="15" creationId="{06B557A4-8E3F-1C05-9AE4-BA1D0343C56D}"/>
          </ac:spMkLst>
        </pc:spChg>
        <pc:spChg chg="add del mod">
          <ac:chgData name="承太郎 山崎" userId="f065ba058e752810" providerId="LiveId" clId="{EE6D8BB2-87BE-4943-94DC-E90E182A0523}" dt="2025-12-23T18:46:13.754" v="3537" actId="478"/>
          <ac:spMkLst>
            <pc:docMk/>
            <pc:sldMk cId="2841494129" sldId="273"/>
            <ac:spMk id="16" creationId="{951E2C62-1EC4-5540-BBB1-BE6267747B47}"/>
          </ac:spMkLst>
        </pc:spChg>
        <pc:spChg chg="add mod">
          <ac:chgData name="承太郎 山崎" userId="f065ba058e752810" providerId="LiveId" clId="{EE6D8BB2-87BE-4943-94DC-E90E182A0523}" dt="2025-12-23T18:48:41.424" v="3706" actId="20577"/>
          <ac:spMkLst>
            <pc:docMk/>
            <pc:sldMk cId="2841494129" sldId="273"/>
            <ac:spMk id="17" creationId="{DDA1D378-961C-7A15-F7DD-2019E55761FF}"/>
          </ac:spMkLst>
        </pc:spChg>
      </pc:sldChg>
      <pc:sldChg chg="delSp modSp del mod">
        <pc:chgData name="承太郎 山崎" userId="f065ba058e752810" providerId="LiveId" clId="{EE6D8BB2-87BE-4943-94DC-E90E182A0523}" dt="2025-12-23T17:43:03.617" v="1790" actId="47"/>
        <pc:sldMkLst>
          <pc:docMk/>
          <pc:sldMk cId="1201227305" sldId="274"/>
        </pc:sldMkLst>
        <pc:spChg chg="del">
          <ac:chgData name="承太郎 山崎" userId="f065ba058e752810" providerId="LiveId" clId="{EE6D8BB2-87BE-4943-94DC-E90E182A0523}" dt="2025-12-23T17:28:48.180" v="1521" actId="478"/>
          <ac:spMkLst>
            <pc:docMk/>
            <pc:sldMk cId="1201227305" sldId="274"/>
            <ac:spMk id="9" creationId="{FA639227-A214-960B-55CC-FEED2B5E49D6}"/>
          </ac:spMkLst>
        </pc:spChg>
        <pc:spChg chg="del">
          <ac:chgData name="承太郎 山崎" userId="f065ba058e752810" providerId="LiveId" clId="{EE6D8BB2-87BE-4943-94DC-E90E182A0523}" dt="2025-12-23T17:28:48.180" v="1521" actId="478"/>
          <ac:spMkLst>
            <pc:docMk/>
            <pc:sldMk cId="1201227305" sldId="274"/>
            <ac:spMk id="16" creationId="{EBDEA05C-7BE7-C68E-8F6D-FDD067DEA1A5}"/>
          </ac:spMkLst>
        </pc:spChg>
        <pc:spChg chg="del">
          <ac:chgData name="承太郎 山崎" userId="f065ba058e752810" providerId="LiveId" clId="{EE6D8BB2-87BE-4943-94DC-E90E182A0523}" dt="2025-12-23T17:28:48.180" v="1521" actId="478"/>
          <ac:spMkLst>
            <pc:docMk/>
            <pc:sldMk cId="1201227305" sldId="274"/>
            <ac:spMk id="18" creationId="{710B3A2B-EEB6-8ECB-8E3B-2D1F258251A4}"/>
          </ac:spMkLst>
        </pc:spChg>
        <pc:spChg chg="del">
          <ac:chgData name="承太郎 山崎" userId="f065ba058e752810" providerId="LiveId" clId="{EE6D8BB2-87BE-4943-94DC-E90E182A0523}" dt="2025-12-23T17:28:48.180" v="1521" actId="478"/>
          <ac:spMkLst>
            <pc:docMk/>
            <pc:sldMk cId="1201227305" sldId="274"/>
            <ac:spMk id="21" creationId="{5812080B-6CE4-A1E7-DF65-0CC457AE25C1}"/>
          </ac:spMkLst>
        </pc:spChg>
        <pc:spChg chg="mod">
          <ac:chgData name="承太郎 山崎" userId="f065ba058e752810" providerId="LiveId" clId="{EE6D8BB2-87BE-4943-94DC-E90E182A0523}" dt="2025-12-23T17:40:28.857" v="1741" actId="14100"/>
          <ac:spMkLst>
            <pc:docMk/>
            <pc:sldMk cId="1201227305" sldId="274"/>
            <ac:spMk id="23" creationId="{3D4E6B45-5981-365A-DA5E-9525B4F884F7}"/>
          </ac:spMkLst>
        </pc:spChg>
        <pc:picChg chg="del">
          <ac:chgData name="承太郎 山崎" userId="f065ba058e752810" providerId="LiveId" clId="{EE6D8BB2-87BE-4943-94DC-E90E182A0523}" dt="2025-12-23T17:28:48.180" v="1521" actId="478"/>
          <ac:picMkLst>
            <pc:docMk/>
            <pc:sldMk cId="1201227305" sldId="274"/>
            <ac:picMk id="8" creationId="{7219844A-017F-BB54-14FE-08C3A7535483}"/>
          </ac:picMkLst>
        </pc:picChg>
        <pc:picChg chg="del">
          <ac:chgData name="承太郎 山崎" userId="f065ba058e752810" providerId="LiveId" clId="{EE6D8BB2-87BE-4943-94DC-E90E182A0523}" dt="2025-12-23T17:28:48.180" v="1521" actId="478"/>
          <ac:picMkLst>
            <pc:docMk/>
            <pc:sldMk cId="1201227305" sldId="274"/>
            <ac:picMk id="14" creationId="{FF3D8BCF-00E4-865A-D831-DD427CC8B59B}"/>
          </ac:picMkLst>
        </pc:picChg>
      </pc:sldChg>
      <pc:sldChg chg="addSp delSp modSp mod">
        <pc:chgData name="承太郎 山崎" userId="f065ba058e752810" providerId="LiveId" clId="{EE6D8BB2-87BE-4943-94DC-E90E182A0523}" dt="2025-12-23T18:26:02.175" v="2752" actId="403"/>
        <pc:sldMkLst>
          <pc:docMk/>
          <pc:sldMk cId="3794169852" sldId="275"/>
        </pc:sldMkLst>
        <pc:spChg chg="mod">
          <ac:chgData name="承太郎 山崎" userId="f065ba058e752810" providerId="LiveId" clId="{EE6D8BB2-87BE-4943-94DC-E90E182A0523}" dt="2025-12-23T18:26:02.175" v="2752" actId="403"/>
          <ac:spMkLst>
            <pc:docMk/>
            <pc:sldMk cId="3794169852" sldId="275"/>
            <ac:spMk id="2" creationId="{37DF6DC2-3A56-CF1F-4FD0-C7B3A5EF1F77}"/>
          </ac:spMkLst>
        </pc:spChg>
        <pc:spChg chg="mod">
          <ac:chgData name="承太郎 山崎" userId="f065ba058e752810" providerId="LiveId" clId="{EE6D8BB2-87BE-4943-94DC-E90E182A0523}" dt="2025-12-23T18:16:24.397" v="2569" actId="1076"/>
          <ac:spMkLst>
            <pc:docMk/>
            <pc:sldMk cId="3794169852" sldId="275"/>
            <ac:spMk id="8" creationId="{FBFFE6C4-CCF4-B346-DF4D-C5F297560C0E}"/>
          </ac:spMkLst>
        </pc:spChg>
        <pc:spChg chg="mod">
          <ac:chgData name="承太郎 山崎" userId="f065ba058e752810" providerId="LiveId" clId="{EE6D8BB2-87BE-4943-94DC-E90E182A0523}" dt="2025-12-23T18:17:17.769" v="2637" actId="1076"/>
          <ac:spMkLst>
            <pc:docMk/>
            <pc:sldMk cId="3794169852" sldId="275"/>
            <ac:spMk id="11" creationId="{0B4FE377-16CA-78DA-D372-A924CB24DF50}"/>
          </ac:spMkLst>
        </pc:spChg>
        <pc:picChg chg="del">
          <ac:chgData name="承太郎 山崎" userId="f065ba058e752810" providerId="LiveId" clId="{EE6D8BB2-87BE-4943-94DC-E90E182A0523}" dt="2025-12-23T18:15:48.281" v="2559" actId="478"/>
          <ac:picMkLst>
            <pc:docMk/>
            <pc:sldMk cId="3794169852" sldId="275"/>
            <ac:picMk id="7" creationId="{FFC6302B-D808-39D9-53A2-C68B427F1C02}"/>
          </ac:picMkLst>
        </pc:picChg>
        <pc:picChg chg="add mod">
          <ac:chgData name="承太郎 山崎" userId="f065ba058e752810" providerId="LiveId" clId="{EE6D8BB2-87BE-4943-94DC-E90E182A0523}" dt="2025-12-23T18:16:03.182" v="2566" actId="1076"/>
          <ac:picMkLst>
            <pc:docMk/>
            <pc:sldMk cId="3794169852" sldId="275"/>
            <ac:picMk id="9" creationId="{3A4F80BB-DC23-2740-EBDE-4F015476C1E8}"/>
          </ac:picMkLst>
        </pc:picChg>
      </pc:sldChg>
      <pc:sldChg chg="addSp delSp modSp mod">
        <pc:chgData name="承太郎 山崎" userId="f065ba058e752810" providerId="LiveId" clId="{EE6D8BB2-87BE-4943-94DC-E90E182A0523}" dt="2025-12-23T18:58:52.500" v="3980" actId="1036"/>
        <pc:sldMkLst>
          <pc:docMk/>
          <pc:sldMk cId="409304608" sldId="277"/>
        </pc:sldMkLst>
        <pc:spChg chg="add del mod">
          <ac:chgData name="承太郎 山崎" userId="f065ba058e752810" providerId="LiveId" clId="{EE6D8BB2-87BE-4943-94DC-E90E182A0523}" dt="2025-12-23T18:51:22.624" v="3737" actId="478"/>
          <ac:spMkLst>
            <pc:docMk/>
            <pc:sldMk cId="409304608" sldId="277"/>
            <ac:spMk id="5" creationId="{33063F91-6B87-899F-48BD-B3EE1B05A288}"/>
          </ac:spMkLst>
        </pc:spChg>
        <pc:spChg chg="mod">
          <ac:chgData name="承太郎 山崎" userId="f065ba058e752810" providerId="LiveId" clId="{EE6D8BB2-87BE-4943-94DC-E90E182A0523}" dt="2025-12-23T18:56:56.884" v="3941"/>
          <ac:spMkLst>
            <pc:docMk/>
            <pc:sldMk cId="409304608" sldId="277"/>
            <ac:spMk id="7" creationId="{CC356605-4991-C8AE-9A5D-140B7F49BD61}"/>
          </ac:spMkLst>
        </pc:spChg>
        <pc:spChg chg="del mod">
          <ac:chgData name="承太郎 山崎" userId="f065ba058e752810" providerId="LiveId" clId="{EE6D8BB2-87BE-4943-94DC-E90E182A0523}" dt="2025-12-23T18:49:09.426" v="3709" actId="478"/>
          <ac:spMkLst>
            <pc:docMk/>
            <pc:sldMk cId="409304608" sldId="277"/>
            <ac:spMk id="9" creationId="{3CB872B5-0ED0-6F41-ED04-B0E7BAD6A428}"/>
          </ac:spMkLst>
        </pc:spChg>
        <pc:spChg chg="add mod">
          <ac:chgData name="承太郎 山崎" userId="f065ba058e752810" providerId="LiveId" clId="{EE6D8BB2-87BE-4943-94DC-E90E182A0523}" dt="2025-12-23T18:58:50.249" v="3970" actId="1076"/>
          <ac:spMkLst>
            <pc:docMk/>
            <pc:sldMk cId="409304608" sldId="277"/>
            <ac:spMk id="10" creationId="{CAE7C409-CDC6-B99A-70E4-0F4962684971}"/>
          </ac:spMkLst>
        </pc:spChg>
        <pc:picChg chg="add mod">
          <ac:chgData name="承太郎 山崎" userId="f065ba058e752810" providerId="LiveId" clId="{EE6D8BB2-87BE-4943-94DC-E90E182A0523}" dt="2025-12-23T18:58:52.500" v="3980" actId="1036"/>
          <ac:picMkLst>
            <pc:docMk/>
            <pc:sldMk cId="409304608" sldId="277"/>
            <ac:picMk id="5122" creationId="{934944A2-60BC-48B9-4B34-26D5C7A68456}"/>
          </ac:picMkLst>
        </pc:picChg>
      </pc:sldChg>
      <pc:sldChg chg="addSp delSp modSp mod modAnim">
        <pc:chgData name="承太郎 山崎" userId="f065ba058e752810" providerId="LiveId" clId="{EE6D8BB2-87BE-4943-94DC-E90E182A0523}" dt="2025-12-23T19:01:20.303" v="4016" actId="2711"/>
        <pc:sldMkLst>
          <pc:docMk/>
          <pc:sldMk cId="241645947" sldId="278"/>
        </pc:sldMkLst>
        <pc:spChg chg="mod">
          <ac:chgData name="承太郎 山崎" userId="f065ba058e752810" providerId="LiveId" clId="{EE6D8BB2-87BE-4943-94DC-E90E182A0523}" dt="2025-12-23T16:33:26.297" v="595" actId="404"/>
          <ac:spMkLst>
            <pc:docMk/>
            <pc:sldMk cId="241645947" sldId="278"/>
            <ac:spMk id="2" creationId="{B71EA3D7-81E8-ECF8-6276-B9715D40D464}"/>
          </ac:spMkLst>
        </pc:spChg>
        <pc:spChg chg="add mod">
          <ac:chgData name="承太郎 山崎" userId="f065ba058e752810" providerId="LiveId" clId="{EE6D8BB2-87BE-4943-94DC-E90E182A0523}" dt="2025-12-23T17:01:02.965" v="617"/>
          <ac:spMkLst>
            <pc:docMk/>
            <pc:sldMk cId="241645947" sldId="278"/>
            <ac:spMk id="9" creationId="{30BD9595-1FB2-2ABB-73D3-D714D5FF9054}"/>
          </ac:spMkLst>
        </pc:spChg>
        <pc:spChg chg="add mod">
          <ac:chgData name="承太郎 山崎" userId="f065ba058e752810" providerId="LiveId" clId="{EE6D8BB2-87BE-4943-94DC-E90E182A0523}" dt="2025-12-23T17:03:37.179" v="793" actId="1037"/>
          <ac:spMkLst>
            <pc:docMk/>
            <pc:sldMk cId="241645947" sldId="278"/>
            <ac:spMk id="10" creationId="{E8BD57E8-22E8-A3DD-36E6-6B8E4D908AA5}"/>
          </ac:spMkLst>
        </pc:spChg>
        <pc:spChg chg="add mod">
          <ac:chgData name="承太郎 山崎" userId="f065ba058e752810" providerId="LiveId" clId="{EE6D8BB2-87BE-4943-94DC-E90E182A0523}" dt="2025-12-23T17:06:35.943" v="1015" actId="1076"/>
          <ac:spMkLst>
            <pc:docMk/>
            <pc:sldMk cId="241645947" sldId="278"/>
            <ac:spMk id="11" creationId="{57EDB50D-2993-ECDC-A331-32E1DECD78AA}"/>
          </ac:spMkLst>
        </pc:spChg>
        <pc:spChg chg="add mod">
          <ac:chgData name="承太郎 山崎" userId="f065ba058e752810" providerId="LiveId" clId="{EE6D8BB2-87BE-4943-94DC-E90E182A0523}" dt="2025-12-23T17:07:11.347" v="1041" actId="1035"/>
          <ac:spMkLst>
            <pc:docMk/>
            <pc:sldMk cId="241645947" sldId="278"/>
            <ac:spMk id="12" creationId="{53A4C69E-FF9A-625B-1689-745968DCFFAC}"/>
          </ac:spMkLst>
        </pc:spChg>
        <pc:spChg chg="add mod">
          <ac:chgData name="承太郎 山崎" userId="f065ba058e752810" providerId="LiveId" clId="{EE6D8BB2-87BE-4943-94DC-E90E182A0523}" dt="2025-12-23T17:07:08.832" v="1038" actId="1035"/>
          <ac:spMkLst>
            <pc:docMk/>
            <pc:sldMk cId="241645947" sldId="278"/>
            <ac:spMk id="13" creationId="{F8E7837F-B8D0-B0CA-B517-10094F43369A}"/>
          </ac:spMkLst>
        </pc:spChg>
        <pc:spChg chg="add mod">
          <ac:chgData name="承太郎 山崎" userId="f065ba058e752810" providerId="LiveId" clId="{EE6D8BB2-87BE-4943-94DC-E90E182A0523}" dt="2025-12-23T19:00:27.679" v="3981" actId="14100"/>
          <ac:spMkLst>
            <pc:docMk/>
            <pc:sldMk cId="241645947" sldId="278"/>
            <ac:spMk id="14" creationId="{DFBA8598-F7C2-5408-3CCE-5E6CB84EB2D7}"/>
          </ac:spMkLst>
        </pc:spChg>
        <pc:spChg chg="add mod">
          <ac:chgData name="承太郎 山崎" userId="f065ba058e752810" providerId="LiveId" clId="{EE6D8BB2-87BE-4943-94DC-E90E182A0523}" dt="2025-12-23T19:01:20.303" v="4016" actId="2711"/>
          <ac:spMkLst>
            <pc:docMk/>
            <pc:sldMk cId="241645947" sldId="278"/>
            <ac:spMk id="15" creationId="{84D588D4-B54F-C1C9-01FA-68B20076D38E}"/>
          </ac:spMkLst>
        </pc:spChg>
        <pc:picChg chg="add del mod">
          <ac:chgData name="承太郎 山崎" userId="f065ba058e752810" providerId="LiveId" clId="{EE6D8BB2-87BE-4943-94DC-E90E182A0523}" dt="2025-12-23T16:59:23.554" v="608" actId="478"/>
          <ac:picMkLst>
            <pc:docMk/>
            <pc:sldMk cId="241645947" sldId="278"/>
            <ac:picMk id="5" creationId="{7A903F39-4F04-B8B6-579E-46FD71679D49}"/>
          </ac:picMkLst>
        </pc:picChg>
        <pc:picChg chg="del">
          <ac:chgData name="承太郎 山崎" userId="f065ba058e752810" providerId="LiveId" clId="{EE6D8BB2-87BE-4943-94DC-E90E182A0523}" dt="2025-12-23T16:58:18.255" v="596" actId="478"/>
          <ac:picMkLst>
            <pc:docMk/>
            <pc:sldMk cId="241645947" sldId="278"/>
            <ac:picMk id="6" creationId="{344E34FD-3A41-04F1-0FB4-DE11D472BDE9}"/>
          </ac:picMkLst>
        </pc:picChg>
        <pc:picChg chg="add mod">
          <ac:chgData name="承太郎 山崎" userId="f065ba058e752810" providerId="LiveId" clId="{EE6D8BB2-87BE-4943-94DC-E90E182A0523}" dt="2025-12-23T17:04:47.215" v="885" actId="1035"/>
          <ac:picMkLst>
            <pc:docMk/>
            <pc:sldMk cId="241645947" sldId="278"/>
            <ac:picMk id="8" creationId="{7432A55C-237A-AD1E-F3AA-1B16C9F1FA0D}"/>
          </ac:picMkLst>
        </pc:picChg>
      </pc:sldChg>
      <pc:sldChg chg="addSp delSp modSp add mod modAnim">
        <pc:chgData name="承太郎 山崎" userId="f065ba058e752810" providerId="LiveId" clId="{EE6D8BB2-87BE-4943-94DC-E90E182A0523}" dt="2025-12-23T19:07:17.411" v="4153" actId="1035"/>
        <pc:sldMkLst>
          <pc:docMk/>
          <pc:sldMk cId="3820761124" sldId="279"/>
        </pc:sldMkLst>
        <pc:spChg chg="add del mod">
          <ac:chgData name="承太郎 山崎" userId="f065ba058e752810" providerId="LiveId" clId="{EE6D8BB2-87BE-4943-94DC-E90E182A0523}" dt="2025-12-23T17:24:34.988" v="1424" actId="478"/>
          <ac:spMkLst>
            <pc:docMk/>
            <pc:sldMk cId="3820761124" sldId="279"/>
            <ac:spMk id="3" creationId="{EF16FB27-6B8B-DAC4-B8A5-7F13E351FB79}"/>
          </ac:spMkLst>
        </pc:spChg>
        <pc:spChg chg="add del mod">
          <ac:chgData name="承太郎 山崎" userId="f065ba058e752810" providerId="LiveId" clId="{EE6D8BB2-87BE-4943-94DC-E90E182A0523}" dt="2025-12-23T17:26:53.189" v="1466" actId="478"/>
          <ac:spMkLst>
            <pc:docMk/>
            <pc:sldMk cId="3820761124" sldId="279"/>
            <ac:spMk id="6" creationId="{C6F3D126-CA72-6E74-723C-9FA3A0034799}"/>
          </ac:spMkLst>
        </pc:spChg>
        <pc:spChg chg="add mod">
          <ac:chgData name="承太郎 山崎" userId="f065ba058e752810" providerId="LiveId" clId="{EE6D8BB2-87BE-4943-94DC-E90E182A0523}" dt="2025-12-23T17:26:57.791" v="1486" actId="27636"/>
          <ac:spMkLst>
            <pc:docMk/>
            <pc:sldMk cId="3820761124" sldId="279"/>
            <ac:spMk id="7" creationId="{17D6DCC8-8292-4849-4A68-1A63711D177E}"/>
          </ac:spMkLst>
        </pc:spChg>
        <pc:spChg chg="del mod">
          <ac:chgData name="承太郎 山崎" userId="f065ba058e752810" providerId="LiveId" clId="{EE6D8BB2-87BE-4943-94DC-E90E182A0523}" dt="2025-12-23T17:26:49.654" v="1464" actId="478"/>
          <ac:spMkLst>
            <pc:docMk/>
            <pc:sldMk cId="3820761124" sldId="279"/>
            <ac:spMk id="12" creationId="{51F05618-1FB8-62C6-CBA8-9B0C1103F974}"/>
          </ac:spMkLst>
        </pc:spChg>
        <pc:spChg chg="del">
          <ac:chgData name="承太郎 山崎" userId="f065ba058e752810" providerId="LiveId" clId="{EE6D8BB2-87BE-4943-94DC-E90E182A0523}" dt="2025-12-23T17:24:32.467" v="1423" actId="478"/>
          <ac:spMkLst>
            <pc:docMk/>
            <pc:sldMk cId="3820761124" sldId="279"/>
            <ac:spMk id="15" creationId="{F8429AA3-DB52-A82A-B9FA-B0CE8721EC97}"/>
          </ac:spMkLst>
        </pc:spChg>
        <pc:spChg chg="add del">
          <ac:chgData name="承太郎 山崎" userId="f065ba058e752810" providerId="LiveId" clId="{EE6D8BB2-87BE-4943-94DC-E90E182A0523}" dt="2025-12-23T17:34:56.419" v="1600" actId="478"/>
          <ac:spMkLst>
            <pc:docMk/>
            <pc:sldMk cId="3820761124" sldId="279"/>
            <ac:spMk id="16" creationId="{A369D2FD-7162-6A7D-6DA8-BAEF3798D762}"/>
          </ac:spMkLst>
        </pc:spChg>
        <pc:spChg chg="del">
          <ac:chgData name="承太郎 山崎" userId="f065ba058e752810" providerId="LiveId" clId="{EE6D8BB2-87BE-4943-94DC-E90E182A0523}" dt="2025-12-23T17:24:32.467" v="1423" actId="478"/>
          <ac:spMkLst>
            <pc:docMk/>
            <pc:sldMk cId="3820761124" sldId="279"/>
            <ac:spMk id="19" creationId="{944CC350-FCFB-9169-1FC0-2A4B1404BF47}"/>
          </ac:spMkLst>
        </pc:spChg>
        <pc:spChg chg="mod">
          <ac:chgData name="承太郎 山崎" userId="f065ba058e752810" providerId="LiveId" clId="{EE6D8BB2-87BE-4943-94DC-E90E182A0523}" dt="2025-12-23T17:45:44.980" v="1883" actId="1038"/>
          <ac:spMkLst>
            <pc:docMk/>
            <pc:sldMk cId="3820761124" sldId="279"/>
            <ac:spMk id="20" creationId="{24DFD758-7709-A8A0-5C58-A134E6FF571A}"/>
          </ac:spMkLst>
        </pc:spChg>
        <pc:spChg chg="del">
          <ac:chgData name="承太郎 山崎" userId="f065ba058e752810" providerId="LiveId" clId="{EE6D8BB2-87BE-4943-94DC-E90E182A0523}" dt="2025-12-23T17:24:32.467" v="1423" actId="478"/>
          <ac:spMkLst>
            <pc:docMk/>
            <pc:sldMk cId="3820761124" sldId="279"/>
            <ac:spMk id="25" creationId="{0B0F337A-969F-F1E5-2587-44A7403BC4B7}"/>
          </ac:spMkLst>
        </pc:spChg>
        <pc:spChg chg="mod">
          <ac:chgData name="承太郎 山崎" userId="f065ba058e752810" providerId="LiveId" clId="{EE6D8BB2-87BE-4943-94DC-E90E182A0523}" dt="2025-12-23T17:45:39.944" v="1876" actId="1038"/>
          <ac:spMkLst>
            <pc:docMk/>
            <pc:sldMk cId="3820761124" sldId="279"/>
            <ac:spMk id="26" creationId="{762F0ACF-9E2A-2E74-7D59-5135AB809F16}"/>
          </ac:spMkLst>
        </pc:spChg>
        <pc:spChg chg="mod">
          <ac:chgData name="承太郎 山崎" userId="f065ba058e752810" providerId="LiveId" clId="{EE6D8BB2-87BE-4943-94DC-E90E182A0523}" dt="2025-12-23T17:40:15.525" v="1740" actId="14100"/>
          <ac:spMkLst>
            <pc:docMk/>
            <pc:sldMk cId="3820761124" sldId="279"/>
            <ac:spMk id="28" creationId="{D8272DF9-B211-4D8C-12D3-C077C60CB2D7}"/>
          </ac:spMkLst>
        </pc:spChg>
        <pc:spChg chg="del">
          <ac:chgData name="承太郎 山崎" userId="f065ba058e752810" providerId="LiveId" clId="{EE6D8BB2-87BE-4943-94DC-E90E182A0523}" dt="2025-12-23T17:24:32.467" v="1423" actId="478"/>
          <ac:spMkLst>
            <pc:docMk/>
            <pc:sldMk cId="3820761124" sldId="279"/>
            <ac:spMk id="29" creationId="{297E2858-BB0C-9AA6-1156-C489F87860AD}"/>
          </ac:spMkLst>
        </pc:spChg>
        <pc:spChg chg="del mod">
          <ac:chgData name="承太郎 山崎" userId="f065ba058e752810" providerId="LiveId" clId="{EE6D8BB2-87BE-4943-94DC-E90E182A0523}" dt="2025-12-23T17:28:44.028" v="1520" actId="478"/>
          <ac:spMkLst>
            <pc:docMk/>
            <pc:sldMk cId="3820761124" sldId="279"/>
            <ac:spMk id="30" creationId="{236FE403-FDBE-702B-227B-5393FCD74920}"/>
          </ac:spMkLst>
        </pc:spChg>
        <pc:spChg chg="add mod">
          <ac:chgData name="承太郎 山崎" userId="f065ba058e752810" providerId="LiveId" clId="{EE6D8BB2-87BE-4943-94DC-E90E182A0523}" dt="2025-12-23T17:40:40.038" v="1742" actId="571"/>
          <ac:spMkLst>
            <pc:docMk/>
            <pc:sldMk cId="3820761124" sldId="279"/>
            <ac:spMk id="34" creationId="{B6FE5240-0ABC-2C08-34EB-A2CD65347016}"/>
          </ac:spMkLst>
        </pc:spChg>
        <pc:spChg chg="add mod">
          <ac:chgData name="承太郎 山崎" userId="f065ba058e752810" providerId="LiveId" clId="{EE6D8BB2-87BE-4943-94DC-E90E182A0523}" dt="2025-12-23T17:45:27.736" v="1850" actId="1035"/>
          <ac:spMkLst>
            <pc:docMk/>
            <pc:sldMk cId="3820761124" sldId="279"/>
            <ac:spMk id="36" creationId="{653EC9A7-C057-C283-24D5-CB726648464A}"/>
          </ac:spMkLst>
        </pc:spChg>
        <pc:spChg chg="add mod">
          <ac:chgData name="承太郎 山崎" userId="f065ba058e752810" providerId="LiveId" clId="{EE6D8BB2-87BE-4943-94DC-E90E182A0523}" dt="2025-12-23T17:45:32.433" v="1867" actId="1035"/>
          <ac:spMkLst>
            <pc:docMk/>
            <pc:sldMk cId="3820761124" sldId="279"/>
            <ac:spMk id="37" creationId="{63A9C504-A2AE-5DEC-5C08-C643390215FE}"/>
          </ac:spMkLst>
        </pc:spChg>
        <pc:spChg chg="add del mod">
          <ac:chgData name="承太郎 山崎" userId="f065ba058e752810" providerId="LiveId" clId="{EE6D8BB2-87BE-4943-94DC-E90E182A0523}" dt="2025-12-23T17:44:58.504" v="1838" actId="478"/>
          <ac:spMkLst>
            <pc:docMk/>
            <pc:sldMk cId="3820761124" sldId="279"/>
            <ac:spMk id="38" creationId="{F5262E16-B0E9-9F0B-1F91-D05DD2E3D0BE}"/>
          </ac:spMkLst>
        </pc:spChg>
        <pc:spChg chg="add mod">
          <ac:chgData name="承太郎 山崎" userId="f065ba058e752810" providerId="LiveId" clId="{EE6D8BB2-87BE-4943-94DC-E90E182A0523}" dt="2025-12-23T19:07:17.411" v="4153" actId="1035"/>
          <ac:spMkLst>
            <pc:docMk/>
            <pc:sldMk cId="3820761124" sldId="279"/>
            <ac:spMk id="39" creationId="{C0D23D01-347E-4A13-6D9C-7DADA76CC6E4}"/>
          </ac:spMkLst>
        </pc:spChg>
        <pc:picChg chg="add del mod">
          <ac:chgData name="承太郎 山崎" userId="f065ba058e752810" providerId="LiveId" clId="{EE6D8BB2-87BE-4943-94DC-E90E182A0523}" dt="2025-12-23T17:32:59.960" v="1584" actId="478"/>
          <ac:picMkLst>
            <pc:docMk/>
            <pc:sldMk cId="3820761124" sldId="279"/>
            <ac:picMk id="9" creationId="{C344DBDF-F551-851E-E088-52CB34802A1A}"/>
          </ac:picMkLst>
        </pc:picChg>
        <pc:picChg chg="add mod">
          <ac:chgData name="承太郎 山崎" userId="f065ba058e752810" providerId="LiveId" clId="{EE6D8BB2-87BE-4943-94DC-E90E182A0523}" dt="2025-12-23T17:39:57.222" v="1731" actId="1038"/>
          <ac:picMkLst>
            <pc:docMk/>
            <pc:sldMk cId="3820761124" sldId="279"/>
            <ac:picMk id="14" creationId="{EE60486D-79BC-2636-0609-F82939000749}"/>
          </ac:picMkLst>
        </pc:picChg>
        <pc:picChg chg="del">
          <ac:chgData name="承太郎 山崎" userId="f065ba058e752810" providerId="LiveId" clId="{EE6D8BB2-87BE-4943-94DC-E90E182A0523}" dt="2025-12-23T17:24:32.467" v="1423" actId="478"/>
          <ac:picMkLst>
            <pc:docMk/>
            <pc:sldMk cId="3820761124" sldId="279"/>
            <ac:picMk id="17" creationId="{2DCCE62E-3CD9-2834-ED9E-024F41E64CB6}"/>
          </ac:picMkLst>
        </pc:picChg>
        <pc:picChg chg="add mod modCrop">
          <ac:chgData name="承太郎 山崎" userId="f065ba058e752810" providerId="LiveId" clId="{EE6D8BB2-87BE-4943-94DC-E90E182A0523}" dt="2025-12-23T17:39:57.222" v="1731" actId="1038"/>
          <ac:picMkLst>
            <pc:docMk/>
            <pc:sldMk cId="3820761124" sldId="279"/>
            <ac:picMk id="21" creationId="{3F75A2B8-8FC2-0854-9FA9-FDACD3703102}"/>
          </ac:picMkLst>
        </pc:picChg>
        <pc:picChg chg="del">
          <ac:chgData name="承太郎 山崎" userId="f065ba058e752810" providerId="LiveId" clId="{EE6D8BB2-87BE-4943-94DC-E90E182A0523}" dt="2025-12-23T17:24:32.467" v="1423" actId="478"/>
          <ac:picMkLst>
            <pc:docMk/>
            <pc:sldMk cId="3820761124" sldId="279"/>
            <ac:picMk id="22" creationId="{C38A5AB4-5CFB-9EA2-BAD6-A2B20832DAB9}"/>
          </ac:picMkLst>
        </pc:picChg>
        <pc:picChg chg="del mod">
          <ac:chgData name="承太郎 山崎" userId="f065ba058e752810" providerId="LiveId" clId="{EE6D8BB2-87BE-4943-94DC-E90E182A0523}" dt="2025-12-23T17:28:44.028" v="1520" actId="478"/>
          <ac:picMkLst>
            <pc:docMk/>
            <pc:sldMk cId="3820761124" sldId="279"/>
            <ac:picMk id="24" creationId="{C42354D0-4CC9-272D-9E14-9A8252358AC7}"/>
          </ac:picMkLst>
        </pc:picChg>
        <pc:picChg chg="add mod">
          <ac:chgData name="承太郎 山崎" userId="f065ba058e752810" providerId="LiveId" clId="{EE6D8BB2-87BE-4943-94DC-E90E182A0523}" dt="2025-12-23T17:39:57.222" v="1731" actId="1038"/>
          <ac:picMkLst>
            <pc:docMk/>
            <pc:sldMk cId="3820761124" sldId="279"/>
            <ac:picMk id="27" creationId="{BEB4B5CB-9ADA-385D-4365-5FA235A5067E}"/>
          </ac:picMkLst>
        </pc:picChg>
        <pc:picChg chg="add mod">
          <ac:chgData name="承太郎 山崎" userId="f065ba058e752810" providerId="LiveId" clId="{EE6D8BB2-87BE-4943-94DC-E90E182A0523}" dt="2025-12-23T17:39:57.222" v="1731" actId="1038"/>
          <ac:picMkLst>
            <pc:docMk/>
            <pc:sldMk cId="3820761124" sldId="279"/>
            <ac:picMk id="32" creationId="{3A55FD4E-5775-9CA7-4399-C06FB9DC0961}"/>
          </ac:picMkLst>
        </pc:picChg>
        <pc:picChg chg="add mod">
          <ac:chgData name="承太郎 山崎" userId="f065ba058e752810" providerId="LiveId" clId="{EE6D8BB2-87BE-4943-94DC-E90E182A0523}" dt="2025-12-23T17:41:08.816" v="1746" actId="1076"/>
          <ac:picMkLst>
            <pc:docMk/>
            <pc:sldMk cId="3820761124" sldId="279"/>
            <ac:picMk id="35" creationId="{E4E1D661-2F43-F5E0-A5C7-6C9470835D02}"/>
          </ac:picMkLst>
        </pc:picChg>
        <pc:picChg chg="mod">
          <ac:chgData name="承太郎 山崎" userId="f065ba058e752810" providerId="LiveId" clId="{EE6D8BB2-87BE-4943-94DC-E90E182A0523}" dt="2025-12-23T17:39:57.222" v="1731" actId="1038"/>
          <ac:picMkLst>
            <pc:docMk/>
            <pc:sldMk cId="3820761124" sldId="279"/>
            <ac:picMk id="1028" creationId="{876EF1CA-FCAC-589C-1492-09E620A05471}"/>
          </ac:picMkLst>
        </pc:picChg>
        <pc:cxnChg chg="add mod">
          <ac:chgData name="承太郎 山崎" userId="f065ba058e752810" providerId="LiveId" clId="{EE6D8BB2-87BE-4943-94DC-E90E182A0523}" dt="2025-12-23T17:39:57.222" v="1731" actId="1038"/>
          <ac:cxnSpMkLst>
            <pc:docMk/>
            <pc:sldMk cId="3820761124" sldId="279"/>
            <ac:cxnSpMk id="11" creationId="{1B7ACC22-FDC0-3B60-10E2-0030D4A81A2F}"/>
          </ac:cxnSpMkLst>
        </pc:cxnChg>
        <pc:cxnChg chg="add mod">
          <ac:chgData name="承太郎 山崎" userId="f065ba058e752810" providerId="LiveId" clId="{EE6D8BB2-87BE-4943-94DC-E90E182A0523}" dt="2025-12-23T17:39:45.298" v="1721" actId="1076"/>
          <ac:cxnSpMkLst>
            <pc:docMk/>
            <pc:sldMk cId="3820761124" sldId="279"/>
            <ac:cxnSpMk id="33" creationId="{F52CE1B5-F05F-21EB-CE6C-10083DD6A5D1}"/>
          </ac:cxnSpMkLst>
        </pc:cxnChg>
      </pc:sldChg>
      <pc:sldChg chg="addSp delSp modSp new mod modAnim">
        <pc:chgData name="承太郎 山崎" userId="f065ba058e752810" providerId="LiveId" clId="{EE6D8BB2-87BE-4943-94DC-E90E182A0523}" dt="2025-12-23T19:09:38.515" v="4264" actId="1076"/>
        <pc:sldMkLst>
          <pc:docMk/>
          <pc:sldMk cId="844885977" sldId="280"/>
        </pc:sldMkLst>
        <pc:spChg chg="mod">
          <ac:chgData name="承太郎 山崎" userId="f065ba058e752810" providerId="LiveId" clId="{EE6D8BB2-87BE-4943-94DC-E90E182A0523}" dt="2025-12-23T17:48:49.962" v="1985" actId="404"/>
          <ac:spMkLst>
            <pc:docMk/>
            <pc:sldMk cId="844885977" sldId="280"/>
            <ac:spMk id="2" creationId="{3843B8D4-0896-403A-E335-0BAFED37BD06}"/>
          </ac:spMkLst>
        </pc:spChg>
        <pc:spChg chg="del">
          <ac:chgData name="承太郎 山崎" userId="f065ba058e752810" providerId="LiveId" clId="{EE6D8BB2-87BE-4943-94DC-E90E182A0523}" dt="2025-12-23T17:46:41.465" v="1927" actId="478"/>
          <ac:spMkLst>
            <pc:docMk/>
            <pc:sldMk cId="844885977" sldId="280"/>
            <ac:spMk id="3" creationId="{09C140D2-0765-5243-1FAF-BA1C3CD6F373}"/>
          </ac:spMkLst>
        </pc:spChg>
        <pc:spChg chg="add mod">
          <ac:chgData name="承太郎 山崎" userId="f065ba058e752810" providerId="LiveId" clId="{EE6D8BB2-87BE-4943-94DC-E90E182A0523}" dt="2025-12-23T17:46:38.615" v="1926"/>
          <ac:spMkLst>
            <pc:docMk/>
            <pc:sldMk cId="844885977" sldId="280"/>
            <ac:spMk id="5" creationId="{9A456A46-C5DA-858E-B8F3-D12B5DDA1A4E}"/>
          </ac:spMkLst>
        </pc:spChg>
        <pc:spChg chg="add del mod">
          <ac:chgData name="承太郎 山崎" userId="f065ba058e752810" providerId="LiveId" clId="{EE6D8BB2-87BE-4943-94DC-E90E182A0523}" dt="2025-12-23T19:08:38.794" v="4213" actId="1037"/>
          <ac:spMkLst>
            <pc:docMk/>
            <pc:sldMk cId="844885977" sldId="280"/>
            <ac:spMk id="6" creationId="{CB3B9780-360E-310B-F73A-5264F62901E9}"/>
          </ac:spMkLst>
        </pc:spChg>
        <pc:spChg chg="add mod">
          <ac:chgData name="承太郎 山崎" userId="f065ba058e752810" providerId="LiveId" clId="{EE6D8BB2-87BE-4943-94DC-E90E182A0523}" dt="2025-12-23T19:08:38.794" v="4213" actId="1037"/>
          <ac:spMkLst>
            <pc:docMk/>
            <pc:sldMk cId="844885977" sldId="280"/>
            <ac:spMk id="7" creationId="{3AB58C0D-A478-090C-1823-BFB9C29241AC}"/>
          </ac:spMkLst>
        </pc:spChg>
        <pc:spChg chg="add mod">
          <ac:chgData name="承太郎 山崎" userId="f065ba058e752810" providerId="LiveId" clId="{EE6D8BB2-87BE-4943-94DC-E90E182A0523}" dt="2025-12-23T19:08:57.774" v="4232" actId="1035"/>
          <ac:spMkLst>
            <pc:docMk/>
            <pc:sldMk cId="844885977" sldId="280"/>
            <ac:spMk id="8" creationId="{5BFB7702-834F-DBF5-FFA9-E8EB39CD5CDF}"/>
          </ac:spMkLst>
        </pc:spChg>
        <pc:spChg chg="add del mod">
          <ac:chgData name="承太郎 山崎" userId="f065ba058e752810" providerId="LiveId" clId="{EE6D8BB2-87BE-4943-94DC-E90E182A0523}" dt="2025-12-23T17:58:05.626" v="2347" actId="478"/>
          <ac:spMkLst>
            <pc:docMk/>
            <pc:sldMk cId="844885977" sldId="280"/>
            <ac:spMk id="11" creationId="{226FAC86-76C4-0311-AFF6-11E47A42FF52}"/>
          </ac:spMkLst>
        </pc:spChg>
        <pc:spChg chg="add mod">
          <ac:chgData name="承太郎 山崎" userId="f065ba058e752810" providerId="LiveId" clId="{EE6D8BB2-87BE-4943-94DC-E90E182A0523}" dt="2025-12-23T19:09:06.527" v="4250" actId="1036"/>
          <ac:spMkLst>
            <pc:docMk/>
            <pc:sldMk cId="844885977" sldId="280"/>
            <ac:spMk id="23" creationId="{D5C7BBCF-4573-7A60-7CEE-12F3A6F3EA94}"/>
          </ac:spMkLst>
        </pc:spChg>
        <pc:spChg chg="add mod">
          <ac:chgData name="承太郎 山崎" userId="f065ba058e752810" providerId="LiveId" clId="{EE6D8BB2-87BE-4943-94DC-E90E182A0523}" dt="2025-12-23T19:09:06.527" v="4250" actId="1036"/>
          <ac:spMkLst>
            <pc:docMk/>
            <pc:sldMk cId="844885977" sldId="280"/>
            <ac:spMk id="24" creationId="{889FFB72-BF0B-2846-91D7-2C25C40FBE3C}"/>
          </ac:spMkLst>
        </pc:spChg>
        <pc:spChg chg="add mod">
          <ac:chgData name="承太郎 山崎" userId="f065ba058e752810" providerId="LiveId" clId="{EE6D8BB2-87BE-4943-94DC-E90E182A0523}" dt="2025-12-23T19:09:38.515" v="4264" actId="1076"/>
          <ac:spMkLst>
            <pc:docMk/>
            <pc:sldMk cId="844885977" sldId="280"/>
            <ac:spMk id="26" creationId="{9CE24E19-5C40-53B1-B9FE-52320169BD39}"/>
          </ac:spMkLst>
        </pc:spChg>
        <pc:picChg chg="add mod">
          <ac:chgData name="承太郎 山崎" userId="f065ba058e752810" providerId="LiveId" clId="{EE6D8BB2-87BE-4943-94DC-E90E182A0523}" dt="2025-12-23T19:09:17.866" v="4259" actId="1035"/>
          <ac:picMkLst>
            <pc:docMk/>
            <pc:sldMk cId="844885977" sldId="280"/>
            <ac:picMk id="10" creationId="{2BB1030A-8783-EA84-1BC9-541CD97111D8}"/>
          </ac:picMkLst>
        </pc:picChg>
        <pc:picChg chg="add mod">
          <ac:chgData name="承太郎 山崎" userId="f065ba058e752810" providerId="LiveId" clId="{EE6D8BB2-87BE-4943-94DC-E90E182A0523}" dt="2025-12-23T19:09:17.866" v="4259" actId="1035"/>
          <ac:picMkLst>
            <pc:docMk/>
            <pc:sldMk cId="844885977" sldId="280"/>
            <ac:picMk id="18" creationId="{6EEC5913-96C3-E61B-3437-241B288F2404}"/>
          </ac:picMkLst>
        </pc:picChg>
        <pc:picChg chg="add mod">
          <ac:chgData name="承太郎 山崎" userId="f065ba058e752810" providerId="LiveId" clId="{EE6D8BB2-87BE-4943-94DC-E90E182A0523}" dt="2025-12-23T19:09:06.527" v="4250" actId="1036"/>
          <ac:picMkLst>
            <pc:docMk/>
            <pc:sldMk cId="844885977" sldId="280"/>
            <ac:picMk id="20" creationId="{BAF1E191-8390-2FBC-62D3-C03C4F11F6EA}"/>
          </ac:picMkLst>
        </pc:picChg>
        <pc:picChg chg="add mod">
          <ac:chgData name="承太郎 山崎" userId="f065ba058e752810" providerId="LiveId" clId="{EE6D8BB2-87BE-4943-94DC-E90E182A0523}" dt="2025-12-23T19:09:06.527" v="4250" actId="1036"/>
          <ac:picMkLst>
            <pc:docMk/>
            <pc:sldMk cId="844885977" sldId="280"/>
            <ac:picMk id="21" creationId="{A19E5C10-7AA5-5C4C-D7F9-3C7DDFD9FC58}"/>
          </ac:picMkLst>
        </pc:picChg>
        <pc:picChg chg="add mod">
          <ac:chgData name="承太郎 山崎" userId="f065ba058e752810" providerId="LiveId" clId="{EE6D8BB2-87BE-4943-94DC-E90E182A0523}" dt="2025-12-23T19:09:06.527" v="4250" actId="1036"/>
          <ac:picMkLst>
            <pc:docMk/>
            <pc:sldMk cId="844885977" sldId="280"/>
            <ac:picMk id="22" creationId="{34F2B9FB-BDC1-7F10-E85F-43072DD4EB2D}"/>
          </ac:picMkLst>
        </pc:picChg>
        <pc:picChg chg="add mod">
          <ac:chgData name="承太郎 山崎" userId="f065ba058e752810" providerId="LiveId" clId="{EE6D8BB2-87BE-4943-94DC-E90E182A0523}" dt="2025-12-23T19:09:06.527" v="4250" actId="1036"/>
          <ac:picMkLst>
            <pc:docMk/>
            <pc:sldMk cId="844885977" sldId="280"/>
            <ac:picMk id="25" creationId="{507761F6-170A-CB41-7007-52E944E42C8F}"/>
          </ac:picMkLst>
        </pc:picChg>
        <pc:picChg chg="add del mod">
          <ac:chgData name="承太郎 山崎" userId="f065ba058e752810" providerId="LiveId" clId="{EE6D8BB2-87BE-4943-94DC-E90E182A0523}" dt="2025-12-23T17:59:28.012" v="2367" actId="478"/>
          <ac:picMkLst>
            <pc:docMk/>
            <pc:sldMk cId="844885977" sldId="280"/>
            <ac:picMk id="4098" creationId="{5FA21CD2-707A-E4E7-3226-5AFBCDFF8431}"/>
          </ac:picMkLst>
        </pc:picChg>
        <pc:picChg chg="add del">
          <ac:chgData name="承太郎 山崎" userId="f065ba058e752810" providerId="LiveId" clId="{EE6D8BB2-87BE-4943-94DC-E90E182A0523}" dt="2025-12-23T18:00:19.021" v="2369" actId="478"/>
          <ac:picMkLst>
            <pc:docMk/>
            <pc:sldMk cId="844885977" sldId="280"/>
            <ac:picMk id="4100" creationId="{FBD6011C-3D0B-D690-B898-079CD6AC7DF6}"/>
          </ac:picMkLst>
        </pc:picChg>
        <pc:cxnChg chg="add del mod">
          <ac:chgData name="承太郎 山崎" userId="f065ba058e752810" providerId="LiveId" clId="{EE6D8BB2-87BE-4943-94DC-E90E182A0523}" dt="2025-12-23T17:58:42.526" v="2361" actId="478"/>
          <ac:cxnSpMkLst>
            <pc:docMk/>
            <pc:sldMk cId="844885977" sldId="280"/>
            <ac:cxnSpMk id="13" creationId="{5E22C372-D38F-7BE3-8220-3AA78EABDE18}"/>
          </ac:cxnSpMkLst>
        </pc:cxnChg>
        <pc:cxnChg chg="add del mod">
          <ac:chgData name="承太郎 山崎" userId="f065ba058e752810" providerId="LiveId" clId="{EE6D8BB2-87BE-4943-94DC-E90E182A0523}" dt="2025-12-23T17:58:42.025" v="2360" actId="478"/>
          <ac:cxnSpMkLst>
            <pc:docMk/>
            <pc:sldMk cId="844885977" sldId="280"/>
            <ac:cxnSpMk id="15" creationId="{545A526D-1274-411D-36EF-42F4B7A711DD}"/>
          </ac:cxnSpMkLst>
        </pc:cxnChg>
      </pc:sldChg>
      <pc:sldChg chg="addSp delSp modSp add mod">
        <pc:chgData name="承太郎 山崎" userId="f065ba058e752810" providerId="LiveId" clId="{EE6D8BB2-87BE-4943-94DC-E90E182A0523}" dt="2025-12-23T18:37:14.355" v="3133" actId="115"/>
        <pc:sldMkLst>
          <pc:docMk/>
          <pc:sldMk cId="2867371047" sldId="281"/>
        </pc:sldMkLst>
        <pc:spChg chg="mod">
          <ac:chgData name="承太郎 山崎" userId="f065ba058e752810" providerId="LiveId" clId="{EE6D8BB2-87BE-4943-94DC-E90E182A0523}" dt="2025-12-23T18:26:09.755" v="2756" actId="403"/>
          <ac:spMkLst>
            <pc:docMk/>
            <pc:sldMk cId="2867371047" sldId="281"/>
            <ac:spMk id="2" creationId="{C1EE7133-8C0F-BBFD-BF1C-FCD02209D56B}"/>
          </ac:spMkLst>
        </pc:spChg>
        <pc:spChg chg="add mod">
          <ac:chgData name="承太郎 山崎" userId="f065ba058e752810" providerId="LiveId" clId="{EE6D8BB2-87BE-4943-94DC-E90E182A0523}" dt="2025-12-23T18:26:20.586" v="2760"/>
          <ac:spMkLst>
            <pc:docMk/>
            <pc:sldMk cId="2867371047" sldId="281"/>
            <ac:spMk id="3" creationId="{C6D6B083-9AD1-8E5D-70FE-69C99193D94B}"/>
          </ac:spMkLst>
        </pc:spChg>
        <pc:spChg chg="del">
          <ac:chgData name="承太郎 山崎" userId="f065ba058e752810" providerId="LiveId" clId="{EE6D8BB2-87BE-4943-94DC-E90E182A0523}" dt="2025-12-23T18:26:13.678" v="2757" actId="478"/>
          <ac:spMkLst>
            <pc:docMk/>
            <pc:sldMk cId="2867371047" sldId="281"/>
            <ac:spMk id="5" creationId="{E19A5570-9F34-F067-AE4C-A84B8433E41E}"/>
          </ac:spMkLst>
        </pc:spChg>
        <pc:spChg chg="del">
          <ac:chgData name="承太郎 山崎" userId="f065ba058e752810" providerId="LiveId" clId="{EE6D8BB2-87BE-4943-94DC-E90E182A0523}" dt="2025-12-23T18:26:13.678" v="2757" actId="478"/>
          <ac:spMkLst>
            <pc:docMk/>
            <pc:sldMk cId="2867371047" sldId="281"/>
            <ac:spMk id="6" creationId="{3BE7FCD2-B9B2-DB9D-43CC-8CAAA33B1325}"/>
          </ac:spMkLst>
        </pc:spChg>
        <pc:spChg chg="add mod">
          <ac:chgData name="承太郎 山崎" userId="f065ba058e752810" providerId="LiveId" clId="{EE6D8BB2-87BE-4943-94DC-E90E182A0523}" dt="2025-12-23T18:27:36.341" v="2818" actId="1076"/>
          <ac:spMkLst>
            <pc:docMk/>
            <pc:sldMk cId="2867371047" sldId="281"/>
            <ac:spMk id="8" creationId="{8AE58323-A736-D26D-7C1A-02B56A7F5EC8}"/>
          </ac:spMkLst>
        </pc:spChg>
        <pc:spChg chg="add mod">
          <ac:chgData name="承太郎 山崎" userId="f065ba058e752810" providerId="LiveId" clId="{EE6D8BB2-87BE-4943-94DC-E90E182A0523}" dt="2025-12-23T18:37:14.355" v="3133" actId="115"/>
          <ac:spMkLst>
            <pc:docMk/>
            <pc:sldMk cId="2867371047" sldId="281"/>
            <ac:spMk id="9" creationId="{435A0884-5ED8-6A0D-62BB-AE7989BF7BCC}"/>
          </ac:spMkLst>
        </pc:spChg>
        <pc:spChg chg="del">
          <ac:chgData name="承太郎 山崎" userId="f065ba058e752810" providerId="LiveId" clId="{EE6D8BB2-87BE-4943-94DC-E90E182A0523}" dt="2025-12-23T18:26:13.678" v="2757" actId="478"/>
          <ac:spMkLst>
            <pc:docMk/>
            <pc:sldMk cId="2867371047" sldId="281"/>
            <ac:spMk id="10" creationId="{974AF266-BBA3-5548-25BB-F14256DDA80E}"/>
          </ac:spMkLst>
        </pc:spChg>
        <pc:spChg chg="add mod">
          <ac:chgData name="承太郎 山崎" userId="f065ba058e752810" providerId="LiveId" clId="{EE6D8BB2-87BE-4943-94DC-E90E182A0523}" dt="2025-12-23T18:35:19.032" v="3073" actId="404"/>
          <ac:spMkLst>
            <pc:docMk/>
            <pc:sldMk cId="2867371047" sldId="281"/>
            <ac:spMk id="23" creationId="{705D9B4E-E06D-25DA-CADA-C88AB4D62C92}"/>
          </ac:spMkLst>
        </pc:spChg>
        <pc:picChg chg="add mod">
          <ac:chgData name="承太郎 山崎" userId="f065ba058e752810" providerId="LiveId" clId="{EE6D8BB2-87BE-4943-94DC-E90E182A0523}" dt="2025-12-23T18:32:52.198" v="2950" actId="1037"/>
          <ac:picMkLst>
            <pc:docMk/>
            <pc:sldMk cId="2867371047" sldId="281"/>
            <ac:picMk id="12" creationId="{2F984F85-6898-295D-1CEC-814857219537}"/>
          </ac:picMkLst>
        </pc:picChg>
        <pc:picChg chg="del">
          <ac:chgData name="承太郎 山崎" userId="f065ba058e752810" providerId="LiveId" clId="{EE6D8BB2-87BE-4943-94DC-E90E182A0523}" dt="2025-12-23T18:26:13.678" v="2757" actId="478"/>
          <ac:picMkLst>
            <pc:docMk/>
            <pc:sldMk cId="2867371047" sldId="281"/>
            <ac:picMk id="13" creationId="{4B9E552F-5A18-8ED6-0264-B45B2494F4FE}"/>
          </ac:picMkLst>
        </pc:picChg>
        <pc:picChg chg="del">
          <ac:chgData name="承太郎 山崎" userId="f065ba058e752810" providerId="LiveId" clId="{EE6D8BB2-87BE-4943-94DC-E90E182A0523}" dt="2025-12-23T18:26:13.678" v="2757" actId="478"/>
          <ac:picMkLst>
            <pc:docMk/>
            <pc:sldMk cId="2867371047" sldId="281"/>
            <ac:picMk id="15" creationId="{FA986874-1663-8CF5-BE3D-C89D40CED2D0}"/>
          </ac:picMkLst>
        </pc:picChg>
        <pc:picChg chg="add mod">
          <ac:chgData name="承太郎 山崎" userId="f065ba058e752810" providerId="LiveId" clId="{EE6D8BB2-87BE-4943-94DC-E90E182A0523}" dt="2025-12-23T18:33:26.651" v="2974" actId="1038"/>
          <ac:picMkLst>
            <pc:docMk/>
            <pc:sldMk cId="2867371047" sldId="281"/>
            <ac:picMk id="16" creationId="{4457A670-DA65-B2FF-DDD8-D09EB9AD3FC3}"/>
          </ac:picMkLst>
        </pc:picChg>
        <pc:picChg chg="del">
          <ac:chgData name="承太郎 山崎" userId="f065ba058e752810" providerId="LiveId" clId="{EE6D8BB2-87BE-4943-94DC-E90E182A0523}" dt="2025-12-23T18:26:13.678" v="2757" actId="478"/>
          <ac:picMkLst>
            <pc:docMk/>
            <pc:sldMk cId="2867371047" sldId="281"/>
            <ac:picMk id="17" creationId="{44C9BFF2-7F9A-2F01-2238-5910E67DE348}"/>
          </ac:picMkLst>
        </pc:picChg>
        <pc:picChg chg="add mod">
          <ac:chgData name="承太郎 山崎" userId="f065ba058e752810" providerId="LiveId" clId="{EE6D8BB2-87BE-4943-94DC-E90E182A0523}" dt="2025-12-23T18:35:07.593" v="3062" actId="1076"/>
          <ac:picMkLst>
            <pc:docMk/>
            <pc:sldMk cId="2867371047" sldId="281"/>
            <ac:picMk id="22" creationId="{2AD62358-DA24-AB96-1D27-4E0F899F27DE}"/>
          </ac:picMkLst>
        </pc:picChg>
        <pc:cxnChg chg="del">
          <ac:chgData name="承太郎 山崎" userId="f065ba058e752810" providerId="LiveId" clId="{EE6D8BB2-87BE-4943-94DC-E90E182A0523}" dt="2025-12-23T18:26:13.678" v="2757" actId="478"/>
          <ac:cxnSpMkLst>
            <pc:docMk/>
            <pc:sldMk cId="2867371047" sldId="281"/>
            <ac:cxnSpMk id="18" creationId="{DB87B7C4-19BB-D8DF-A61A-1018F1B5903F}"/>
          </ac:cxnSpMkLst>
        </pc:cxnChg>
        <pc:cxnChg chg="add mod">
          <ac:chgData name="承太郎 山崎" userId="f065ba058e752810" providerId="LiveId" clId="{EE6D8BB2-87BE-4943-94DC-E90E182A0523}" dt="2025-12-23T18:33:20.206" v="2956" actId="1076"/>
          <ac:cxnSpMkLst>
            <pc:docMk/>
            <pc:sldMk cId="2867371047" sldId="281"/>
            <ac:cxnSpMk id="19" creationId="{520846E7-D8D5-2015-FE74-FBC443CA6489}"/>
          </ac:cxnSpMkLst>
        </pc:cxnChg>
        <pc:cxnChg chg="del">
          <ac:chgData name="承太郎 山崎" userId="f065ba058e752810" providerId="LiveId" clId="{EE6D8BB2-87BE-4943-94DC-E90E182A0523}" dt="2025-12-23T18:26:13.678" v="2757" actId="478"/>
          <ac:cxnSpMkLst>
            <pc:docMk/>
            <pc:sldMk cId="2867371047" sldId="281"/>
            <ac:cxnSpMk id="20" creationId="{2B680050-5A7D-0F9F-3A72-587DBF0CAA6F}"/>
          </ac:cxnSpMkLst>
        </pc:cxnChg>
      </pc:sldChg>
      <pc:sldChg chg="modSp add modAnim">
        <pc:chgData name="承太郎 山崎" userId="f065ba058e752810" providerId="LiveId" clId="{EE6D8BB2-87BE-4943-94DC-E90E182A0523}" dt="2025-12-23T19:03:35.196" v="4090" actId="2711"/>
        <pc:sldMkLst>
          <pc:docMk/>
          <pc:sldMk cId="27512861" sldId="282"/>
        </pc:sldMkLst>
        <pc:spChg chg="mod">
          <ac:chgData name="承太郎 山崎" userId="f065ba058e752810" providerId="LiveId" clId="{EE6D8BB2-87BE-4943-94DC-E90E182A0523}" dt="2025-12-23T19:02:41.350" v="4055" actId="207"/>
          <ac:spMkLst>
            <pc:docMk/>
            <pc:sldMk cId="27512861" sldId="282"/>
            <ac:spMk id="23" creationId="{6A4763EA-784F-4B5A-F20D-7E3A46F0E7B1}"/>
          </ac:spMkLst>
        </pc:spChg>
        <pc:spChg chg="mod">
          <ac:chgData name="承太郎 山崎" userId="f065ba058e752810" providerId="LiveId" clId="{EE6D8BB2-87BE-4943-94DC-E90E182A0523}" dt="2025-12-23T19:02:41.350" v="4055" actId="207"/>
          <ac:spMkLst>
            <pc:docMk/>
            <pc:sldMk cId="27512861" sldId="282"/>
            <ac:spMk id="24" creationId="{A144ED25-F496-AA1C-9381-1AEAD032B22D}"/>
          </ac:spMkLst>
        </pc:spChg>
        <pc:spChg chg="mod">
          <ac:chgData name="承太郎 山崎" userId="f065ba058e752810" providerId="LiveId" clId="{EE6D8BB2-87BE-4943-94DC-E90E182A0523}" dt="2025-12-23T19:03:35.196" v="4090" actId="2711"/>
          <ac:spMkLst>
            <pc:docMk/>
            <pc:sldMk cId="27512861" sldId="282"/>
            <ac:spMk id="25" creationId="{AD9EB868-2553-A8D5-FC55-11BA73F92166}"/>
          </ac:spMkLst>
        </pc:spChg>
        <pc:spChg chg="mod">
          <ac:chgData name="承太郎 山崎" userId="f065ba058e752810" providerId="LiveId" clId="{EE6D8BB2-87BE-4943-94DC-E90E182A0523}" dt="2025-12-23T19:02:41.350" v="4055" actId="207"/>
          <ac:spMkLst>
            <pc:docMk/>
            <pc:sldMk cId="27512861" sldId="282"/>
            <ac:spMk id="26" creationId="{C9D456D0-4CDF-1193-86BB-AA8BD85818AC}"/>
          </ac:spMkLst>
        </pc:spChg>
        <pc:spChg chg="mod">
          <ac:chgData name="承太郎 山崎" userId="f065ba058e752810" providerId="LiveId" clId="{EE6D8BB2-87BE-4943-94DC-E90E182A0523}" dt="2025-12-23T19:02:41.350" v="4055" actId="207"/>
          <ac:spMkLst>
            <pc:docMk/>
            <pc:sldMk cId="27512861" sldId="282"/>
            <ac:spMk id="28" creationId="{85A77882-62D1-E922-95BD-10AE763829FA}"/>
          </ac:spMkLst>
        </pc:spChg>
        <pc:spChg chg="mod">
          <ac:chgData name="承太郎 山崎" userId="f065ba058e752810" providerId="LiveId" clId="{EE6D8BB2-87BE-4943-94DC-E90E182A0523}" dt="2025-12-23T19:02:41.350" v="4055" actId="207"/>
          <ac:spMkLst>
            <pc:docMk/>
            <pc:sldMk cId="27512861" sldId="282"/>
            <ac:spMk id="32" creationId="{8BBA027B-F06C-F461-EB1E-EE36AB5CD434}"/>
          </ac:spMkLst>
        </pc:spChg>
        <pc:spChg chg="mod">
          <ac:chgData name="承太郎 山崎" userId="f065ba058e752810" providerId="LiveId" clId="{EE6D8BB2-87BE-4943-94DC-E90E182A0523}" dt="2025-12-23T19:02:41.350" v="4055" actId="207"/>
          <ac:spMkLst>
            <pc:docMk/>
            <pc:sldMk cId="27512861" sldId="282"/>
            <ac:spMk id="33" creationId="{9A7CA8FE-C8AA-D059-C7DC-D8954A961E56}"/>
          </ac:spMkLst>
        </pc:spChg>
        <pc:spChg chg="mod">
          <ac:chgData name="承太郎 山崎" userId="f065ba058e752810" providerId="LiveId" clId="{EE6D8BB2-87BE-4943-94DC-E90E182A0523}" dt="2025-12-23T19:02:41.350" v="4055" actId="207"/>
          <ac:spMkLst>
            <pc:docMk/>
            <pc:sldMk cId="27512861" sldId="282"/>
            <ac:spMk id="34" creationId="{A6364F59-09BC-B9E4-349D-22CBBDD5AFB9}"/>
          </ac:spMkLst>
        </pc:spChg>
      </pc:sldChg>
      <pc:sldChg chg="modSp add mod">
        <pc:chgData name="承太郎 山崎" userId="f065ba058e752810" providerId="LiveId" clId="{EE6D8BB2-87BE-4943-94DC-E90E182A0523}" dt="2025-12-23T19:11:16.247" v="4292" actId="207"/>
        <pc:sldMkLst>
          <pc:docMk/>
          <pc:sldMk cId="470406599" sldId="283"/>
        </pc:sldMkLst>
        <pc:spChg chg="mod">
          <ac:chgData name="承太郎 山崎" userId="f065ba058e752810" providerId="LiveId" clId="{EE6D8BB2-87BE-4943-94DC-E90E182A0523}" dt="2025-12-23T19:11:16.247" v="4292" actId="207"/>
          <ac:spMkLst>
            <pc:docMk/>
            <pc:sldMk cId="470406599" sldId="283"/>
            <ac:spMk id="14" creationId="{4BF15CB3-AE8E-C1CF-A074-C01805D23E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C98C4-E324-4B5F-A467-4E429B944069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18C43-3AD6-4C5A-9E6E-E4C1457F78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837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18C43-3AD6-4C5A-9E6E-E4C1457F78D0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0056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6E916-E643-9FB6-691E-124D7CF8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DCE94AF-50B8-6A8E-98F1-E2FC136A6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B3E065-4086-269E-431C-616D7D59B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174B39-B39D-EE97-7FF3-C32EDFB8F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18C43-3AD6-4C5A-9E6E-E4C1457F78D0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031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56A41858-2174-D74B-5F1E-A57C81329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8AAD47-5E33-6686-1CCB-F6BB54CAE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98211" y="6471644"/>
            <a:ext cx="89378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0ED1C7-8A26-48CF-81C0-2A5ADFEC2E18}" type="slidenum">
              <a:rPr lang="ja-JP" altLang="en-US" smtClean="0"/>
              <a:pPr/>
              <a:t>‹#›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BB53FFE4-DDFE-E8CB-D87A-AFABC552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EB759DB-A71E-229C-8A96-58470A409A61}"/>
              </a:ext>
            </a:extLst>
          </p:cNvPr>
          <p:cNvSpPr/>
          <p:nvPr userDrawn="1"/>
        </p:nvSpPr>
        <p:spPr>
          <a:xfrm>
            <a:off x="11757350" y="6425480"/>
            <a:ext cx="999924" cy="914023"/>
          </a:xfrm>
          <a:prstGeom prst="roundRect">
            <a:avLst>
              <a:gd name="adj" fmla="val 25455"/>
            </a:avLst>
          </a:pr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546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2627022-3FD2-1C4C-75D7-89A3B123E6A4}"/>
              </a:ext>
            </a:extLst>
          </p:cNvPr>
          <p:cNvSpPr/>
          <p:nvPr userDrawn="1"/>
        </p:nvSpPr>
        <p:spPr>
          <a:xfrm>
            <a:off x="11757350" y="6425480"/>
            <a:ext cx="999924" cy="914023"/>
          </a:xfrm>
          <a:prstGeom prst="roundRect">
            <a:avLst>
              <a:gd name="adj" fmla="val 25455"/>
            </a:avLst>
          </a:pr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7AE4EB2-9687-E4D4-D155-9E5AAB37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11" y="120622"/>
            <a:ext cx="11887199" cy="1055171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E25AC3-4370-E3D2-1544-FAB9FB924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92" y="1494846"/>
            <a:ext cx="11654317" cy="469801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2CD69E-91ED-A6E0-1276-E89A852E3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0000" y="6492875"/>
            <a:ext cx="762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0ED1C7-8A26-48CF-81C0-2A5ADFEC2E18}" type="slidenum">
              <a:rPr lang="ja-JP" altLang="en-US" smtClean="0"/>
              <a:pPr/>
              <a:t>‹#›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269774-8118-9D09-1105-BE2B79D02A04}"/>
              </a:ext>
            </a:extLst>
          </p:cNvPr>
          <p:cNvCxnSpPr/>
          <p:nvPr userDrawn="1"/>
        </p:nvCxnSpPr>
        <p:spPr>
          <a:xfrm>
            <a:off x="134510" y="1175793"/>
            <a:ext cx="11887200" cy="0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rgbClr val="919191"/>
                </a:gs>
                <a:gs pos="100000">
                  <a:schemeClr val="bg1"/>
                </a:gs>
              </a:gsLst>
              <a:lin ang="0" scaled="0"/>
            </a:gra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512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7DA2FF-37DA-DF24-F4F1-775A2BACE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FB78DC-5C12-76C7-76E2-A13C26D61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8ECF9B-7465-62ED-88E1-D6B55C1026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FCCFD67-B65E-4F1F-A7E9-33A8DD3FE8A4}" type="datetime1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18EFE3-143E-194F-FCCE-A0952A64D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EE1DA0-0A01-1CC5-CDB2-89054A14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09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C0AFF4-A0C7-E006-DD19-C00DBB27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9808E4-95B5-D662-2392-953F0DF60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D828CD-6A96-DDE8-D13A-7BB3D397F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50EFD5-E74C-73F4-E115-FBEE27BF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CD23D5-4953-48EC-9BD6-9F672EEAD81E}" type="datetime1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D4923C-BCBF-ACAB-28B8-32613BB9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5D74F8-2435-93A0-EB4D-AE24E8E9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08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278F6E-05AA-F8BB-23A3-9A6BDF91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A4CAB6-18D0-16A9-6B46-F21DF6298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AF7162-2E13-3760-E000-C4452D5C9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4FC4B3-9029-E987-851C-6BDF4D690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AD16BD8-F03B-22C5-21CB-70BEDBEBF6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ABDC4A9-15FB-DAA6-97A2-E7BD68D2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DA03B9-D085-40D4-88AC-E0DF4D6CC4C7}" type="datetime1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2DE5362-BDB0-D2BF-4A9B-CB68111D2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E0C1535-ED08-43D6-88CA-5FF59D42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97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9CE207-F55C-D7BD-B598-8261CF17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6EEA132-8F1A-5428-F9E5-300AF549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D848FA-23B7-42A2-A87B-F6ECE932BBB8}" type="datetime1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0CD2A2-CF40-0AAD-24F6-5C9DB952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9E11FC-BDBF-CA9D-25CD-DCB441F4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846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E9D0F91-4152-E7CC-D1CE-A754A0DB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ADBA9-D679-4B2D-B088-2474FEE86FAF}" type="datetime1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1A6220-6589-D159-376C-9E7E3F76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7093EF-A324-8B8F-C315-1E9580E6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656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1CC1BA-9C72-AC9D-0095-1787AF62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664242-C318-83BF-3002-53C894435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E39FD6-106B-4109-30CC-7EC052E27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D3F8CC-3101-2128-2FBC-93066952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BC66D-E74D-4F10-A234-4764544E1699}" type="datetime1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AF0136-77D8-9B35-E768-099C173B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ACDE01-565F-1692-24AD-86FAD5B1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70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419715-A809-C033-7272-6BAF2F29F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305DD4-B206-6844-8972-9E014B492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E4B638-65B6-FE0F-E2F0-82C5C859D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18A726-FB81-F070-614B-F8E499AE52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FE09BC-A4DE-4553-A94A-9B24F83CE1AF}" type="datetime1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046DE3-5669-5800-3B33-4D4B1559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11606A-6184-6171-73D5-86D1D871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42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CBEE1A-F67F-DFE5-0FFE-34024F58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A81D0F-5233-F240-2134-C8ED60349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7D8515-77CB-9FD6-47F4-9D60783A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484DAA-C3B5-44F4-9200-4AF8B0FBAE1A}" type="datetime1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5C7970-7CC8-602B-D2A1-022B9493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CA165A-12CF-3DDA-D834-39526112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03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7BB389-296F-6A61-F5BA-93FB73C9E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0B9F7E-2A1D-DF05-919F-755A13A87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B600B5-1F52-2BA0-F688-AB287E1A99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D61B96-9514-4705-89D9-92806E92DA3C}" type="datetime1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0D753-D048-D493-10F0-DDD1D5D8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F4D611-06FB-8AFE-F8CF-3EB1FA45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4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8C4A3E1-56D7-69D8-8722-D9963C6F4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68850D-4DD8-B69B-74F6-2627D5BEE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7BDB6D-3892-06D7-3B20-BB51F98B1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851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ED1C7-8A26-48CF-81C0-2A5ADFEC2E1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190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umberZero-0621/wam-studi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NumberZero-0621/wam-studi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NumberZero-0621/wam-studi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NumberZero-0621/wam-studio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github.com/bitwig/dawproject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hyperlink" Target="https://github.com/webaudiomodules/api" TargetMode="External"/><Relationship Id="rId2" Type="http://schemas.openxmlformats.org/officeDocument/2006/relationships/hyperlink" Target="https://github.com/Brotherta/wam-studi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jpe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991936-784D-A4E8-4C9E-13EAFA4E6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53934" y="6492875"/>
            <a:ext cx="538065" cy="365125"/>
          </a:xfrm>
        </p:spPr>
        <p:txBody>
          <a:bodyPr/>
          <a:lstStyle/>
          <a:p>
            <a:fld id="{7A0ED1C7-8A26-48CF-81C0-2A5ADFEC2E18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6FD5B1C-C0BA-5ECB-D12D-4BD586CF73CE}"/>
              </a:ext>
            </a:extLst>
          </p:cNvPr>
          <p:cNvSpPr/>
          <p:nvPr/>
        </p:nvSpPr>
        <p:spPr>
          <a:xfrm>
            <a:off x="625150" y="486384"/>
            <a:ext cx="10944809" cy="5895756"/>
          </a:xfrm>
          <a:prstGeom prst="roundRect">
            <a:avLst>
              <a:gd name="adj" fmla="val 10985"/>
            </a:avLst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3D58E3F2-FF68-C230-B0C2-6D71C9234253}"/>
              </a:ext>
            </a:extLst>
          </p:cNvPr>
          <p:cNvSpPr txBox="1">
            <a:spLocks/>
          </p:cNvSpPr>
          <p:nvPr/>
        </p:nvSpPr>
        <p:spPr>
          <a:xfrm>
            <a:off x="1524000" y="4806176"/>
            <a:ext cx="9144000" cy="1310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3200"/>
              <a:t>B1</a:t>
            </a:r>
            <a:r>
              <a:rPr lang="ja-JP" altLang="en-US" sz="3200"/>
              <a:t> 山崎 承太郎　橋田 光代</a:t>
            </a:r>
            <a:endParaRPr lang="en-US" altLang="ja-JP" sz="3200"/>
          </a:p>
          <a:p>
            <a:r>
              <a:rPr lang="ja-JP" altLang="en-US" sz="3200"/>
              <a:t>福知山公立大学 情報学部</a:t>
            </a:r>
            <a:endParaRPr lang="en-US" altLang="ja-JP" sz="320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2FD2A2C-73AC-FEC6-9C3F-9BB42DA883CB}"/>
              </a:ext>
            </a:extLst>
          </p:cNvPr>
          <p:cNvSpPr txBox="1">
            <a:spLocks/>
          </p:cNvSpPr>
          <p:nvPr/>
        </p:nvSpPr>
        <p:spPr>
          <a:xfrm>
            <a:off x="895350" y="1040556"/>
            <a:ext cx="10401300" cy="356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8000"/>
              </a:lnSpc>
            </a:pPr>
            <a:r>
              <a:rPr lang="en-US" altLang="ja-JP" sz="8800" dirty="0"/>
              <a:t>P</a:t>
            </a:r>
            <a:r>
              <a:rPr lang="en-US" altLang="ja-JP" sz="6600" dirty="0"/>
              <a:t>roject</a:t>
            </a:r>
            <a:r>
              <a:rPr lang="en-US" altLang="ja-JP" sz="8000" dirty="0"/>
              <a:t>DAWIY</a:t>
            </a:r>
            <a:r>
              <a:rPr lang="ja-JP" altLang="en-US" sz="6600" dirty="0"/>
              <a:t>：</a:t>
            </a:r>
            <a:br>
              <a:rPr lang="en-US" altLang="ja-JP" sz="5400" dirty="0"/>
            </a:br>
            <a:r>
              <a:rPr kumimoji="0" lang="ja-JP" altLang="en-US" sz="5400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自分好み</a:t>
            </a:r>
            <a:r>
              <a:rPr kumimoji="0" lang="ja-JP" altLang="en-US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の</a:t>
            </a:r>
            <a:r>
              <a:rPr kumimoji="0" lang="en-US" altLang="ja-JP" sz="7200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DAW</a:t>
            </a:r>
            <a:r>
              <a:rPr kumimoji="0" lang="ja-JP" altLang="en-US" sz="5400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環境</a:t>
            </a:r>
            <a:r>
              <a:rPr kumimoji="0" lang="ja-JP" altLang="en-US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を</a:t>
            </a:r>
            <a:r>
              <a:rPr kumimoji="0" lang="en-US" altLang="ja-JP" sz="7200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DIY</a:t>
            </a:r>
            <a:r>
              <a:rPr kumimoji="0" lang="ja-JP" altLang="en-US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する</a:t>
            </a:r>
            <a:endParaRPr kumimoji="0" lang="en-US" altLang="ja-JP" sz="5400" dirty="0">
              <a:solidFill>
                <a:prstClr val="black"/>
              </a:solidFill>
              <a:latin typeface="モボ-Bold" panose="02000800000000000000" pitchFamily="50" charset="-128"/>
              <a:ea typeface="モボ-Bold" panose="02000800000000000000" pitchFamily="50" charset="-128"/>
            </a:endParaRPr>
          </a:p>
          <a:p>
            <a:pPr algn="ctr">
              <a:lnSpc>
                <a:spcPts val="6000"/>
              </a:lnSpc>
            </a:pPr>
            <a:r>
              <a:rPr kumimoji="0" lang="ja-JP" altLang="en-US" sz="5400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共通プラットフォーム</a:t>
            </a:r>
            <a:r>
              <a:rPr kumimoji="0" lang="ja-JP" altLang="en-US" sz="4000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の</a:t>
            </a:r>
            <a:r>
              <a:rPr kumimoji="0" lang="ja-JP" altLang="en-US" sz="4800" dirty="0">
                <a:solidFill>
                  <a:prstClr val="black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構築</a:t>
            </a:r>
            <a:endParaRPr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0857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モニター, スコアボード, 画面, 座る が含まれている画像">
            <a:extLst>
              <a:ext uri="{FF2B5EF4-FFF2-40B4-BE49-F238E27FC236}">
                <a16:creationId xmlns:a16="http://schemas.microsoft.com/office/drawing/2014/main" id="{947CBF56-C379-06E6-0816-EF099A07A5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2057" b="8622"/>
          <a:stretch>
            <a:fillRect/>
          </a:stretch>
        </p:blipFill>
        <p:spPr>
          <a:xfrm>
            <a:off x="786014" y="1329642"/>
            <a:ext cx="10723357" cy="5125987"/>
          </a:xfrm>
          <a:prstGeom prst="rect">
            <a:avLst/>
          </a:prstGeom>
          <a:effectLst>
            <a:softEdge rad="241300"/>
          </a:effec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231FF74-E1FE-B9F4-2930-DC50319E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000" dirty="0"/>
              <a:t>現</a:t>
            </a:r>
            <a:r>
              <a:rPr kumimoji="1" lang="ja-JP" altLang="en-US" sz="5400" dirty="0"/>
              <a:t>在私</a:t>
            </a:r>
            <a:r>
              <a:rPr kumimoji="1" lang="ja-JP" altLang="en-US" dirty="0"/>
              <a:t>が</a:t>
            </a:r>
            <a:r>
              <a:rPr kumimoji="1" lang="ja-JP" altLang="en-US" sz="5400" dirty="0"/>
              <a:t>開発中</a:t>
            </a:r>
            <a:r>
              <a:rPr kumimoji="1" lang="ja-JP" altLang="en-US" dirty="0"/>
              <a:t>の</a:t>
            </a:r>
            <a:r>
              <a:rPr kumimoji="1" lang="ja-JP" altLang="en-US" sz="5400" dirty="0"/>
              <a:t>リポジトリ</a:t>
            </a:r>
            <a:endParaRPr kumimoji="1" lang="ja-JP" altLang="en-US" sz="4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7CDCC5-2FDD-6F87-498A-94C5A2508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2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9493A1E-A79E-01F1-B874-0664CB6F5585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F76486-39CB-9131-219C-53ED0956A98C}"/>
              </a:ext>
            </a:extLst>
          </p:cNvPr>
          <p:cNvSpPr txBox="1"/>
          <p:nvPr/>
        </p:nvSpPr>
        <p:spPr>
          <a:xfrm>
            <a:off x="1987412" y="5718951"/>
            <a:ext cx="8320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latin typeface="+mj-ea"/>
                <a:ea typeface="+mj-ea"/>
                <a:hlinkClick r:id="rId3"/>
              </a:rPr>
              <a:t>https://github.com/NumberZero-0621/wam-studio</a:t>
            </a:r>
            <a:endParaRPr lang="ja-JP" altLang="en-US" sz="2400" dirty="0">
              <a:latin typeface="+mj-ea"/>
              <a:ea typeface="+mj-ea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931FBB0-70F8-A00B-A92D-616397004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4" t="5904" r="3992" b="6185"/>
          <a:stretch>
            <a:fillRect/>
          </a:stretch>
        </p:blipFill>
        <p:spPr bwMode="auto">
          <a:xfrm>
            <a:off x="3949431" y="1572122"/>
            <a:ext cx="4309352" cy="411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853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839D-A39C-0840-858F-9778A1C9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0975FE-0A6E-2C4C-81BE-EE0EA7AD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11" y="120622"/>
            <a:ext cx="4138551" cy="1055171"/>
          </a:xfrm>
        </p:spPr>
        <p:txBody>
          <a:bodyPr>
            <a:normAutofit/>
          </a:bodyPr>
          <a:lstStyle/>
          <a:p>
            <a:r>
              <a:rPr kumimoji="1" lang="ja-JP" altLang="en-US" sz="6600" dirty="0"/>
              <a:t>まとめ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33C5C1-4AED-3698-E17D-017B5E495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3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49AEA12-95E7-1677-A811-A5C20C0C1606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C792AA2-D6B1-AD06-CE08-43A83D7B1438}"/>
              </a:ext>
            </a:extLst>
          </p:cNvPr>
          <p:cNvSpPr txBox="1"/>
          <p:nvPr/>
        </p:nvSpPr>
        <p:spPr>
          <a:xfrm>
            <a:off x="608347" y="1446015"/>
            <a:ext cx="11100077" cy="427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4400" dirty="0">
                <a:latin typeface="+mj-ea"/>
                <a:ea typeface="+mj-ea"/>
              </a:rPr>
              <a:t>DAWIY</a:t>
            </a:r>
            <a:r>
              <a:rPr lang="ja-JP" altLang="en-US" sz="4400" dirty="0">
                <a:latin typeface="+mj-ea"/>
                <a:ea typeface="+mj-ea"/>
              </a:rPr>
              <a:t>：</a:t>
            </a:r>
            <a:r>
              <a:rPr lang="ja-JP" altLang="en-US" sz="2800" u="sng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自分好みの音楽制作環境</a:t>
            </a:r>
            <a:r>
              <a:rPr lang="ja-JP" altLang="en-US" sz="2400" dirty="0"/>
              <a:t>を</a:t>
            </a:r>
            <a:r>
              <a:rPr lang="en-US" altLang="ja-JP" sz="2400" dirty="0"/>
              <a:t>DIY</a:t>
            </a:r>
            <a:r>
              <a:rPr lang="ja-JP" altLang="en-US" sz="2400" dirty="0"/>
              <a:t>するプラットフォーム</a:t>
            </a:r>
            <a:endParaRPr lang="en-US" altLang="ja-JP" sz="1600" dirty="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/>
              <a:t>モジュール化された機能構成</a:t>
            </a: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/>
              <a:t>柔軟な </a:t>
            </a:r>
            <a:r>
              <a:rPr lang="en-US" altLang="ja-JP" sz="2800" dirty="0"/>
              <a:t>UI </a:t>
            </a:r>
            <a:r>
              <a:rPr lang="ja-JP" altLang="en-US" sz="2800" dirty="0"/>
              <a:t>カスタマイズ</a:t>
            </a: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/>
              <a:t>拡張可能なプラグインシステム</a:t>
            </a:r>
            <a:endParaRPr lang="en-US" altLang="ja-JP" sz="2800" dirty="0"/>
          </a:p>
          <a:p>
            <a:pPr marL="1371600" lvl="2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ja-JP" sz="2400" dirty="0"/>
              <a:t>VST</a:t>
            </a:r>
            <a:r>
              <a:rPr lang="ja-JP" altLang="en-US" sz="2400" dirty="0"/>
              <a:t>プラグイン </a:t>
            </a:r>
            <a:r>
              <a:rPr lang="en-US" altLang="ja-JP" sz="2400" dirty="0"/>
              <a:t>/ DAWIY</a:t>
            </a:r>
            <a:r>
              <a:rPr lang="ja-JP" altLang="en-US" sz="2400" dirty="0"/>
              <a:t>プラグイン</a:t>
            </a:r>
            <a:endParaRPr lang="en-US" altLang="ja-JP" sz="2400" dirty="0"/>
          </a:p>
          <a:p>
            <a:pPr>
              <a:lnSpc>
                <a:spcPct val="120000"/>
              </a:lnSpc>
            </a:pPr>
            <a:r>
              <a:rPr lang="ja-JP" altLang="en-US" sz="2800" dirty="0"/>
              <a:t>デモセッションでは、</a:t>
            </a:r>
            <a:endParaRPr lang="en-US" altLang="ja-JP" sz="2800" dirty="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ja-JP" altLang="en-US" sz="2400" dirty="0"/>
              <a:t>システムを体験</a:t>
            </a:r>
            <a:endParaRPr lang="en-US" altLang="ja-JP" sz="2400" dirty="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ja-JP" sz="2400" dirty="0"/>
              <a:t>AI</a:t>
            </a:r>
            <a:r>
              <a:rPr lang="ja-JP" altLang="en-US" sz="2400" dirty="0"/>
              <a:t>アシスタントを体験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7DF12A-B8A7-A3A4-FE4A-89A9B88A93F8}"/>
              </a:ext>
            </a:extLst>
          </p:cNvPr>
          <p:cNvSpPr txBox="1"/>
          <p:nvPr/>
        </p:nvSpPr>
        <p:spPr>
          <a:xfrm>
            <a:off x="7326705" y="872418"/>
            <a:ext cx="3826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hlinkClick r:id="rId2"/>
              </a:rPr>
              <a:t>https://github.com/NumberZero-0621/wam-studio</a:t>
            </a:r>
            <a:endParaRPr lang="ja-JP" altLang="en-US" sz="120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02B1583-DBA3-3F73-7F7E-541C45E542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7" t="5904" r="9056" b="6185"/>
          <a:stretch>
            <a:fillRect/>
          </a:stretch>
        </p:blipFill>
        <p:spPr bwMode="auto">
          <a:xfrm>
            <a:off x="11100280" y="61498"/>
            <a:ext cx="1002323" cy="106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4567D0-7BFA-401E-FF07-AB2CA5E1D560}"/>
              </a:ext>
            </a:extLst>
          </p:cNvPr>
          <p:cNvSpPr txBox="1"/>
          <p:nvPr/>
        </p:nvSpPr>
        <p:spPr>
          <a:xfrm>
            <a:off x="1569639" y="5862498"/>
            <a:ext cx="10622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参考技術：</a:t>
            </a:r>
            <a:r>
              <a:rPr lang="en-US" altLang="ja-JP" sz="1200" dirty="0"/>
              <a:t>Buffa, M. and Vidal-</a:t>
            </a:r>
            <a:r>
              <a:rPr lang="en-US" altLang="ja-JP" sz="1200" dirty="0" err="1"/>
              <a:t>Mazuy</a:t>
            </a:r>
            <a:r>
              <a:rPr lang="en-US" altLang="ja-JP" sz="1200" dirty="0"/>
              <a:t>, A.: WAM-studio, a Digital Audio Workstation (DAW) for the Web, Companion Proceedings of the ACM Web Conference 2023, WWW ’23 Companion, New York, NY, USA, Association for Computing Machinery, pp. 543–548 (2023).</a:t>
            </a:r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948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7E5E4A2-A709-FBC5-6E50-77576EAA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1C7-8A26-48CF-81C0-2A5ADFEC2E18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4" name="図 3" descr="ダイアグラム">
            <a:extLst>
              <a:ext uri="{FF2B5EF4-FFF2-40B4-BE49-F238E27FC236}">
                <a16:creationId xmlns:a16="http://schemas.microsoft.com/office/drawing/2014/main" id="{FF6975CD-00B0-8F10-56EF-DE2F25F4F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69" y="-76933"/>
            <a:ext cx="12465538" cy="701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74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6ED66C-9339-EF73-CFF8-D2AE60E2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6700" dirty="0"/>
              <a:t>D</a:t>
            </a:r>
            <a:r>
              <a:rPr kumimoji="1" lang="en-US" altLang="ja-JP" sz="5400" dirty="0"/>
              <a:t>AWIY</a:t>
            </a:r>
            <a:r>
              <a:rPr kumimoji="1" lang="ja-JP" altLang="en-US" sz="6000" dirty="0"/>
              <a:t>プラグイン</a:t>
            </a:r>
            <a:endParaRPr kumimoji="1" lang="ja-JP" altLang="en-US" sz="54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291D80-7378-CA5B-E8D3-D77F7FF5B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92" y="1389342"/>
            <a:ext cx="10095453" cy="3718989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DAW </a:t>
            </a:r>
            <a:r>
              <a:rPr lang="ja-JP" altLang="en-US" sz="3200" dirty="0"/>
              <a:t>の入出力・</a:t>
            </a:r>
            <a:r>
              <a:rPr lang="en-US" altLang="ja-JP" sz="3200" dirty="0"/>
              <a:t>UI</a:t>
            </a:r>
            <a:r>
              <a:rPr lang="ja-JP" altLang="en-US" sz="3200" dirty="0"/>
              <a:t>・操作等に介入する処理を拡張</a:t>
            </a:r>
            <a:endParaRPr lang="en-US" altLang="ja-JP" sz="3200" dirty="0"/>
          </a:p>
          <a:p>
            <a:pPr lvl="1"/>
            <a:r>
              <a:rPr kumimoji="1" lang="ja-JP" altLang="en-US" sz="2800" dirty="0"/>
              <a:t>パッケージマネージャーで管理</a:t>
            </a:r>
            <a:endParaRPr kumimoji="1" lang="en-US" altLang="ja-JP" sz="2800" dirty="0"/>
          </a:p>
          <a:p>
            <a:pPr lvl="1"/>
            <a:r>
              <a:rPr lang="ja-JP" altLang="en-US" sz="2800" dirty="0"/>
              <a:t>インストール </a:t>
            </a:r>
            <a:r>
              <a:rPr lang="en-US" altLang="ja-JP" sz="2800" dirty="0"/>
              <a:t>/ </a:t>
            </a:r>
            <a:r>
              <a:rPr lang="ja-JP" altLang="en-US" sz="2800" dirty="0"/>
              <a:t>アンイストール</a:t>
            </a:r>
            <a:endParaRPr lang="en-US" altLang="ja-JP" sz="2800" dirty="0"/>
          </a:p>
          <a:p>
            <a:pPr lvl="1"/>
            <a:r>
              <a:rPr kumimoji="1" lang="ja-JP" altLang="en-US" sz="2800" dirty="0"/>
              <a:t>有効化 </a:t>
            </a:r>
            <a:r>
              <a:rPr kumimoji="1" lang="en-US" altLang="ja-JP" sz="2800" dirty="0"/>
              <a:t>/ </a:t>
            </a:r>
            <a:r>
              <a:rPr kumimoji="1" lang="ja-JP" altLang="en-US" sz="2800" dirty="0"/>
              <a:t>無効化</a:t>
            </a:r>
            <a:endParaRPr kumimoji="1" lang="en-US" altLang="ja-JP" sz="2800" dirty="0"/>
          </a:p>
          <a:p>
            <a:pPr lvl="1"/>
            <a:r>
              <a:rPr lang="ja-JP" altLang="en-US" sz="2800" dirty="0"/>
              <a:t>事前にダウンロードした</a:t>
            </a:r>
            <a:br>
              <a:rPr lang="en-US" altLang="ja-JP" sz="2800" dirty="0"/>
            </a:br>
            <a:r>
              <a:rPr lang="en-US" altLang="ja-JP" sz="2800" dirty="0"/>
              <a:t>zip</a:t>
            </a:r>
            <a:r>
              <a:rPr lang="ja-JP" altLang="en-US" sz="2800" dirty="0"/>
              <a:t>ファイルの選択も可</a:t>
            </a:r>
            <a:endParaRPr kumimoji="1" lang="ja-JP" altLang="en-US" sz="2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2C7EEE-236D-04B8-76AD-A10E01D79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5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pic>
        <p:nvPicPr>
          <p:cNvPr id="6" name="図 5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64D0E1AE-DCC7-6A5D-350F-17E560A04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190" y="1980108"/>
            <a:ext cx="5244418" cy="443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5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F6DE-436F-50F4-5E50-699DC32A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A26586-7BDF-E70E-EDBB-E680241A5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11" y="120622"/>
            <a:ext cx="4138551" cy="1055171"/>
          </a:xfrm>
        </p:spPr>
        <p:txBody>
          <a:bodyPr>
            <a:normAutofit/>
          </a:bodyPr>
          <a:lstStyle/>
          <a:p>
            <a:r>
              <a:rPr kumimoji="1" lang="ja-JP" altLang="en-US" sz="6600" dirty="0"/>
              <a:t>まとめ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9FB82A-1977-8F49-4373-41CC0883F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6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1DA9614-AFF8-B235-CEA3-E4C3EA430C94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0B563AD-7D10-4A3A-02D4-7DD2A5A99519}"/>
              </a:ext>
            </a:extLst>
          </p:cNvPr>
          <p:cNvSpPr txBox="1"/>
          <p:nvPr/>
        </p:nvSpPr>
        <p:spPr>
          <a:xfrm>
            <a:off x="608347" y="1446015"/>
            <a:ext cx="11100077" cy="427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4400" dirty="0">
                <a:latin typeface="+mj-ea"/>
                <a:ea typeface="+mj-ea"/>
              </a:rPr>
              <a:t>DAWIY</a:t>
            </a:r>
            <a:r>
              <a:rPr lang="ja-JP" altLang="en-US" sz="4400" dirty="0">
                <a:latin typeface="+mj-ea"/>
                <a:ea typeface="+mj-ea"/>
              </a:rPr>
              <a:t>：</a:t>
            </a:r>
            <a:r>
              <a:rPr lang="ja-JP" altLang="en-US" sz="2800" u="sng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自分好みの音楽制作環境</a:t>
            </a:r>
            <a:r>
              <a:rPr lang="ja-JP" altLang="en-US" sz="2400" dirty="0"/>
              <a:t>を</a:t>
            </a:r>
            <a:r>
              <a:rPr lang="en-US" altLang="ja-JP" sz="2400" dirty="0"/>
              <a:t>DIY</a:t>
            </a:r>
            <a:r>
              <a:rPr lang="ja-JP" altLang="en-US" sz="2400" dirty="0"/>
              <a:t>するプラットフォーム</a:t>
            </a:r>
            <a:endParaRPr lang="en-US" altLang="ja-JP" sz="1600" dirty="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/>
              <a:t>モジュール化された機能構成</a:t>
            </a: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/>
              <a:t>柔軟な </a:t>
            </a:r>
            <a:r>
              <a:rPr lang="en-US" altLang="ja-JP" sz="2800" dirty="0"/>
              <a:t>UI </a:t>
            </a:r>
            <a:r>
              <a:rPr lang="ja-JP" altLang="en-US" sz="2800" dirty="0"/>
              <a:t>カスタマイズ</a:t>
            </a: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/>
              <a:t>拡張可能なプラグインシステム</a:t>
            </a:r>
            <a:endParaRPr lang="en-US" altLang="ja-JP" sz="2800" dirty="0"/>
          </a:p>
          <a:p>
            <a:pPr marL="1371600" lvl="2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ja-JP" sz="2400" dirty="0"/>
              <a:t>VST</a:t>
            </a:r>
            <a:r>
              <a:rPr lang="ja-JP" altLang="en-US" sz="2400" dirty="0"/>
              <a:t>プラグイン </a:t>
            </a:r>
            <a:r>
              <a:rPr lang="en-US" altLang="ja-JP" sz="2400" dirty="0"/>
              <a:t>/ DAWIY</a:t>
            </a:r>
            <a:r>
              <a:rPr lang="ja-JP" altLang="en-US" sz="2400" dirty="0"/>
              <a:t>プラグイン</a:t>
            </a:r>
            <a:endParaRPr lang="en-US" altLang="ja-JP" sz="2400" dirty="0"/>
          </a:p>
          <a:p>
            <a:pPr>
              <a:lnSpc>
                <a:spcPct val="120000"/>
              </a:lnSpc>
            </a:pPr>
            <a:r>
              <a:rPr lang="ja-JP" altLang="en-US" sz="2800" dirty="0"/>
              <a:t>デモセッションでは、</a:t>
            </a:r>
            <a:endParaRPr lang="en-US" altLang="ja-JP" sz="2800" dirty="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ja-JP" altLang="en-US" sz="2400" dirty="0"/>
              <a:t>システムを体験</a:t>
            </a:r>
            <a:endParaRPr lang="en-US" altLang="ja-JP" sz="2400" dirty="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ja-JP" sz="2400" dirty="0"/>
              <a:t>AI</a:t>
            </a:r>
            <a:r>
              <a:rPr lang="ja-JP" altLang="en-US" sz="2400" dirty="0"/>
              <a:t>アシスタントを体験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6347A7B-A115-1439-B639-F46149D2DBED}"/>
              </a:ext>
            </a:extLst>
          </p:cNvPr>
          <p:cNvSpPr txBox="1"/>
          <p:nvPr/>
        </p:nvSpPr>
        <p:spPr>
          <a:xfrm>
            <a:off x="7326705" y="872418"/>
            <a:ext cx="3826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hlinkClick r:id="rId2"/>
              </a:rPr>
              <a:t>https://github.com/NumberZero-0621/wam-studio</a:t>
            </a:r>
            <a:endParaRPr lang="ja-JP" altLang="en-US" sz="120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E0B9349-20B9-C1F1-8CF3-5A9B7F9F0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7" t="5904" r="9056" b="6185"/>
          <a:stretch>
            <a:fillRect/>
          </a:stretch>
        </p:blipFill>
        <p:spPr bwMode="auto">
          <a:xfrm>
            <a:off x="11100280" y="61498"/>
            <a:ext cx="1002323" cy="106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830654-4F2B-32C9-3993-EDD977B3EA23}"/>
              </a:ext>
            </a:extLst>
          </p:cNvPr>
          <p:cNvSpPr txBox="1"/>
          <p:nvPr/>
        </p:nvSpPr>
        <p:spPr>
          <a:xfrm>
            <a:off x="1569639" y="5862498"/>
            <a:ext cx="10622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参考技術：</a:t>
            </a:r>
            <a:r>
              <a:rPr lang="en-US" altLang="ja-JP" sz="1200" dirty="0"/>
              <a:t>Buffa, M. and Vidal-</a:t>
            </a:r>
            <a:r>
              <a:rPr lang="en-US" altLang="ja-JP" sz="1200" dirty="0" err="1"/>
              <a:t>Mazuy</a:t>
            </a:r>
            <a:r>
              <a:rPr lang="en-US" altLang="ja-JP" sz="1200" dirty="0"/>
              <a:t>, A.: WAM-studio, a Digital Audio Workstation (DAW) for the Web, Companion Proceedings of the ACM Web Conference 2023, WWW ’23 Companion, New York, NY, USA, Association for Computing Machinery, pp. 543–548 (2023).</a:t>
            </a:r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07551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4B4844-03A6-E034-34B5-F0A7C7BC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11" y="120622"/>
            <a:ext cx="4138551" cy="1055171"/>
          </a:xfrm>
        </p:spPr>
        <p:txBody>
          <a:bodyPr>
            <a:normAutofit/>
          </a:bodyPr>
          <a:lstStyle/>
          <a:p>
            <a:r>
              <a:rPr kumimoji="1" lang="ja-JP" altLang="en-US" sz="6600" dirty="0"/>
              <a:t>背</a:t>
            </a:r>
            <a:r>
              <a:rPr kumimoji="1" lang="ja-JP" altLang="en-US" sz="5400" dirty="0"/>
              <a:t>景</a:t>
            </a:r>
            <a:r>
              <a:rPr kumimoji="1" lang="ja-JP" altLang="en-US" sz="4800" dirty="0"/>
              <a:t>・</a:t>
            </a:r>
            <a:r>
              <a:rPr kumimoji="1" lang="ja-JP" altLang="en-US" sz="6000" dirty="0"/>
              <a:t>目</a:t>
            </a:r>
            <a:r>
              <a:rPr kumimoji="1" lang="ja-JP" altLang="en-US" sz="5400" dirty="0"/>
              <a:t>的</a:t>
            </a:r>
            <a:endParaRPr kumimoji="1" lang="ja-JP" altLang="en-US" sz="66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196684-14EE-6B1E-BA66-6AECE342B7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7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6FDFA02-DE45-B480-8B5E-ACA2EF448768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30BB407-1FB5-E74A-5635-5526AB631E48}"/>
              </a:ext>
            </a:extLst>
          </p:cNvPr>
          <p:cNvSpPr txBox="1"/>
          <p:nvPr/>
        </p:nvSpPr>
        <p:spPr>
          <a:xfrm>
            <a:off x="804495" y="1489784"/>
            <a:ext cx="9733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DAW</a:t>
            </a:r>
            <a:r>
              <a:rPr lang="ja-JP" altLang="en-US" sz="2400" dirty="0"/>
              <a:t>に存在する、「もっとこうだったらいいのに</a:t>
            </a:r>
            <a:r>
              <a:rPr lang="en-US" altLang="ja-JP" sz="2400" dirty="0"/>
              <a:t>…</a:t>
            </a:r>
            <a:r>
              <a:rPr lang="ja-JP" altLang="en-US" sz="2400" dirty="0"/>
              <a:t>」という不満</a:t>
            </a:r>
            <a:endParaRPr kumimoji="1" lang="ja-JP" altLang="en-US" sz="2400" dirty="0"/>
          </a:p>
        </p:txBody>
      </p:sp>
      <p:sp>
        <p:nvSpPr>
          <p:cNvPr id="24" name="コンテンツ プレースホルダー 2">
            <a:extLst>
              <a:ext uri="{FF2B5EF4-FFF2-40B4-BE49-F238E27FC236}">
                <a16:creationId xmlns:a16="http://schemas.microsoft.com/office/drawing/2014/main" id="{14D8525F-2F46-ECE0-C8AF-D9C419D92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8875" y="2627533"/>
            <a:ext cx="6473526" cy="1502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ユーザが</a:t>
            </a:r>
            <a:r>
              <a:rPr lang="ja-JP" altLang="en-US" sz="2400" u="sng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自分好みの音楽制作環境</a:t>
            </a:r>
            <a:r>
              <a:rPr lang="ja-JP" altLang="en-US" sz="2400" dirty="0"/>
              <a:t>を自ら構築</a:t>
            </a:r>
          </a:p>
          <a:p>
            <a:pPr marL="0" indent="0">
              <a:buNone/>
            </a:pPr>
            <a:r>
              <a:rPr kumimoji="1" lang="en-US" altLang="ja-JP" sz="2400" dirty="0">
                <a:latin typeface="+mj-ea"/>
                <a:ea typeface="+mj-ea"/>
              </a:rPr>
              <a:t>DAW(</a:t>
            </a:r>
            <a:r>
              <a:rPr lang="en-US" altLang="ja-JP" sz="2400" dirty="0">
                <a:latin typeface="+mj-ea"/>
                <a:ea typeface="+mj-ea"/>
              </a:rPr>
              <a:t>Digital Audio Workstation</a:t>
            </a:r>
            <a:r>
              <a:rPr kumimoji="1" lang="en-US" altLang="ja-JP" sz="2400" dirty="0">
                <a:latin typeface="+mj-ea"/>
                <a:ea typeface="+mj-ea"/>
              </a:rPr>
              <a:t>) </a:t>
            </a:r>
          </a:p>
          <a:p>
            <a:pPr marL="0" indent="0">
              <a:buNone/>
            </a:pPr>
            <a:r>
              <a:rPr lang="ja-JP" altLang="en-US" sz="2400" dirty="0">
                <a:latin typeface="+mj-ea"/>
                <a:ea typeface="+mj-ea"/>
              </a:rPr>
              <a:t>　　　</a:t>
            </a:r>
            <a:r>
              <a:rPr kumimoji="1" lang="en-US" altLang="ja-JP" sz="2400" dirty="0">
                <a:latin typeface="+mj-ea"/>
                <a:ea typeface="+mj-ea"/>
              </a:rPr>
              <a:t>+ DIY(Do It Yourself)</a:t>
            </a:r>
            <a:r>
              <a:rPr lang="ja-JP" altLang="en-US" sz="2400" dirty="0">
                <a:latin typeface="+mj-ea"/>
                <a:ea typeface="+mj-ea"/>
              </a:rPr>
              <a:t> </a:t>
            </a:r>
            <a:r>
              <a:rPr lang="en-US" altLang="ja-JP" sz="2400" dirty="0">
                <a:latin typeface="+mj-ea"/>
                <a:ea typeface="+mj-ea"/>
              </a:rPr>
              <a:t>=</a:t>
            </a:r>
            <a:r>
              <a:rPr lang="ja-JP" altLang="en-US" sz="2400" dirty="0">
                <a:latin typeface="+mj-ea"/>
                <a:ea typeface="+mj-ea"/>
              </a:rPr>
              <a:t> </a:t>
            </a:r>
            <a:r>
              <a:rPr lang="en-US" altLang="ja-JP" sz="2400" dirty="0">
                <a:latin typeface="+mj-ea"/>
                <a:ea typeface="+mj-ea"/>
              </a:rPr>
              <a:t>DAWIY</a:t>
            </a:r>
          </a:p>
        </p:txBody>
      </p:sp>
      <p:sp>
        <p:nvSpPr>
          <p:cNvPr id="25" name="コンテンツ プレースホルダー 2">
            <a:extLst>
              <a:ext uri="{FF2B5EF4-FFF2-40B4-BE49-F238E27FC236}">
                <a16:creationId xmlns:a16="http://schemas.microsoft.com/office/drawing/2014/main" id="{4C640862-EDA7-274C-C18E-46B040D772A0}"/>
              </a:ext>
            </a:extLst>
          </p:cNvPr>
          <p:cNvSpPr txBox="1">
            <a:spLocks/>
          </p:cNvSpPr>
          <p:nvPr/>
        </p:nvSpPr>
        <p:spPr>
          <a:xfrm>
            <a:off x="861971" y="2462498"/>
            <a:ext cx="4031275" cy="3732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dirty="0"/>
              <a:t>柔軟な</a:t>
            </a:r>
            <a:r>
              <a:rPr lang="en-US" altLang="ja-JP" sz="2400" dirty="0"/>
              <a:t>GUI</a:t>
            </a:r>
          </a:p>
          <a:p>
            <a:r>
              <a:rPr lang="ja-JP" altLang="en-US" sz="2400" dirty="0"/>
              <a:t>馴染みの操作</a:t>
            </a:r>
            <a:endParaRPr lang="en-US" altLang="ja-JP" sz="2400" dirty="0"/>
          </a:p>
          <a:p>
            <a:r>
              <a:rPr lang="ja-JP" altLang="en-US" sz="2400" dirty="0"/>
              <a:t>クロスプラットフォーム</a:t>
            </a:r>
            <a:endParaRPr lang="en-US" altLang="ja-JP" sz="2400" dirty="0"/>
          </a:p>
          <a:p>
            <a:r>
              <a:rPr lang="en-US" altLang="ja-JP" sz="2400" dirty="0"/>
              <a:t>PC</a:t>
            </a:r>
            <a:r>
              <a:rPr lang="ja-JP" altLang="en-US" sz="2400" dirty="0"/>
              <a:t>スペックに優しい</a:t>
            </a:r>
            <a:endParaRPr lang="en-US" altLang="ja-JP" sz="2400" dirty="0"/>
          </a:p>
          <a:p>
            <a:r>
              <a:rPr lang="ja-JP" altLang="en-US" sz="2400" dirty="0"/>
              <a:t>他の</a:t>
            </a:r>
            <a:r>
              <a:rPr lang="en-US" altLang="ja-JP" sz="2400" dirty="0"/>
              <a:t>DAW</a:t>
            </a:r>
            <a:r>
              <a:rPr lang="ja-JP" altLang="en-US" sz="2400" dirty="0"/>
              <a:t>とも</a:t>
            </a:r>
            <a:br>
              <a:rPr lang="en-US" altLang="ja-JP" sz="2400" dirty="0"/>
            </a:br>
            <a:r>
              <a:rPr lang="ja-JP" altLang="en-US" sz="2400" dirty="0"/>
              <a:t>互換性がある</a:t>
            </a:r>
            <a:endParaRPr lang="en-US" altLang="ja-JP" sz="2400" dirty="0"/>
          </a:p>
          <a:p>
            <a:r>
              <a:rPr lang="ja-JP" altLang="en-US" sz="2400" dirty="0">
                <a:latin typeface="+mj-ea"/>
                <a:ea typeface="+mj-ea"/>
              </a:rPr>
              <a:t>実験的な機能</a:t>
            </a:r>
            <a:r>
              <a:rPr lang="ja-JP" altLang="en-US" sz="2400" dirty="0"/>
              <a:t>を好きに</a:t>
            </a:r>
            <a:br>
              <a:rPr lang="en-US" altLang="ja-JP" sz="2400" dirty="0"/>
            </a:br>
            <a:r>
              <a:rPr lang="ja-JP" altLang="en-US" sz="2400" dirty="0"/>
              <a:t>追加・削除できる</a:t>
            </a:r>
            <a:endParaRPr lang="en-US" altLang="ja-JP" sz="2400" dirty="0"/>
          </a:p>
        </p:txBody>
      </p: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CDA8C457-EA95-8375-5277-AD52550A6F64}"/>
              </a:ext>
            </a:extLst>
          </p:cNvPr>
          <p:cNvSpPr txBox="1">
            <a:spLocks/>
          </p:cNvSpPr>
          <p:nvPr/>
        </p:nvSpPr>
        <p:spPr>
          <a:xfrm>
            <a:off x="5275269" y="4444692"/>
            <a:ext cx="5262311" cy="985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/>
              <a:t>要件を満たすためには、</a:t>
            </a:r>
            <a:r>
              <a:rPr lang="en-US" altLang="ja-JP" sz="2400" dirty="0"/>
              <a:t>Web</a:t>
            </a:r>
            <a:r>
              <a:rPr lang="ja-JP" altLang="en-US" sz="2400" dirty="0"/>
              <a:t>系の　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開発言語が良いのでは</a:t>
            </a:r>
            <a:endParaRPr lang="en-US" altLang="ja-JP" sz="2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75D64EC-7896-6989-C10B-7B5BBBC900E9}"/>
              </a:ext>
            </a:extLst>
          </p:cNvPr>
          <p:cNvSpPr txBox="1"/>
          <p:nvPr/>
        </p:nvSpPr>
        <p:spPr>
          <a:xfrm>
            <a:off x="2035421" y="1956194"/>
            <a:ext cx="545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/>
              <a:t>↓</a:t>
            </a:r>
            <a:endParaRPr lang="ja-JP" altLang="en-US" sz="2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8DCCF6F-B2D6-DA10-B880-2A241AE8FCBA}"/>
              </a:ext>
            </a:extLst>
          </p:cNvPr>
          <p:cNvSpPr txBox="1"/>
          <p:nvPr/>
        </p:nvSpPr>
        <p:spPr>
          <a:xfrm>
            <a:off x="4552112" y="2981262"/>
            <a:ext cx="596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/>
              <a:t>→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3974969-ABB7-7830-80F4-C36119DD2910}"/>
              </a:ext>
            </a:extLst>
          </p:cNvPr>
          <p:cNvSpPr txBox="1"/>
          <p:nvPr/>
        </p:nvSpPr>
        <p:spPr>
          <a:xfrm>
            <a:off x="7569318" y="4025453"/>
            <a:ext cx="511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/>
              <a:t>↓</a:t>
            </a:r>
          </a:p>
        </p:txBody>
      </p:sp>
      <p:sp>
        <p:nvSpPr>
          <p:cNvPr id="34" name="コンテンツ プレースホルダー 2">
            <a:extLst>
              <a:ext uri="{FF2B5EF4-FFF2-40B4-BE49-F238E27FC236}">
                <a16:creationId xmlns:a16="http://schemas.microsoft.com/office/drawing/2014/main" id="{A90680A0-3E3D-0333-E9FF-CFFD6EF8B810}"/>
              </a:ext>
            </a:extLst>
          </p:cNvPr>
          <p:cNvSpPr txBox="1">
            <a:spLocks/>
          </p:cNvSpPr>
          <p:nvPr/>
        </p:nvSpPr>
        <p:spPr>
          <a:xfrm>
            <a:off x="5174214" y="5883027"/>
            <a:ext cx="5464419" cy="461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400" dirty="0">
                <a:latin typeface="+mj-ea"/>
                <a:ea typeface="+mj-ea"/>
              </a:rPr>
              <a:t>JavaScript</a:t>
            </a:r>
            <a:r>
              <a:rPr lang="ja-JP" altLang="en-US" sz="2400" dirty="0">
                <a:latin typeface="+mj-ea"/>
                <a:ea typeface="+mj-ea"/>
              </a:rPr>
              <a:t>・</a:t>
            </a:r>
            <a:r>
              <a:rPr lang="en-US" altLang="ja-JP" sz="2400" dirty="0">
                <a:latin typeface="+mj-ea"/>
                <a:ea typeface="+mj-ea"/>
              </a:rPr>
              <a:t>HTML</a:t>
            </a:r>
            <a:r>
              <a:rPr lang="ja-JP" altLang="en-US" sz="2400" dirty="0">
                <a:latin typeface="+mj-ea"/>
                <a:ea typeface="+mj-ea"/>
              </a:rPr>
              <a:t>を使った開発へ</a:t>
            </a:r>
            <a:endParaRPr lang="en-US" altLang="ja-JP" sz="2400" dirty="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D9BCB7-20F8-C355-7943-20DFF96ADF2A}"/>
              </a:ext>
            </a:extLst>
          </p:cNvPr>
          <p:cNvSpPr txBox="1"/>
          <p:nvPr/>
        </p:nvSpPr>
        <p:spPr>
          <a:xfrm>
            <a:off x="7569318" y="5396478"/>
            <a:ext cx="511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/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257487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25" grpId="0"/>
      <p:bldP spid="26" grpId="0"/>
      <p:bldP spid="28" grpId="0"/>
      <p:bldP spid="32" grpId="0"/>
      <p:bldP spid="33" grpId="0"/>
      <p:bldP spid="34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24FC15-FD09-30EB-4AF9-47859B70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6600" dirty="0"/>
              <a:t>ま</a:t>
            </a:r>
            <a:r>
              <a:rPr kumimoji="1" lang="ja-JP" altLang="en-US" sz="5400" dirty="0"/>
              <a:t>とめ</a:t>
            </a:r>
            <a:r>
              <a:rPr kumimoji="1" lang="ja-JP" altLang="en-US" dirty="0"/>
              <a:t>と</a:t>
            </a:r>
            <a:r>
              <a:rPr kumimoji="1" lang="ja-JP" altLang="en-US" sz="6000" dirty="0"/>
              <a:t>今</a:t>
            </a:r>
            <a:r>
              <a:rPr kumimoji="1" lang="ja-JP" altLang="en-US" sz="4800" dirty="0"/>
              <a:t>後</a:t>
            </a:r>
            <a:r>
              <a:rPr kumimoji="1" lang="ja-JP" altLang="en-US" dirty="0"/>
              <a:t>の</a:t>
            </a:r>
            <a:r>
              <a:rPr kumimoji="1" lang="ja-JP" altLang="en-US" sz="6000" dirty="0"/>
              <a:t>課</a:t>
            </a:r>
            <a:r>
              <a:rPr kumimoji="1" lang="ja-JP" altLang="en-US" sz="4800" dirty="0"/>
              <a:t>題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3EAA8A-FAAF-3F92-607B-F77A5B6CD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8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42F81C8-D057-8EB9-DC20-398EDD50C342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356605-4991-C8AE-9A5D-140B7F49BD61}"/>
              </a:ext>
            </a:extLst>
          </p:cNvPr>
          <p:cNvSpPr txBox="1"/>
          <p:nvPr/>
        </p:nvSpPr>
        <p:spPr>
          <a:xfrm>
            <a:off x="877975" y="1595257"/>
            <a:ext cx="10622361" cy="4614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3200" u="sng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自分好みの音楽制作環境</a:t>
            </a:r>
            <a:r>
              <a:rPr kumimoji="1" lang="ja-JP" altLang="en-US" sz="2800" dirty="0"/>
              <a:t>を自由に作れる</a:t>
            </a:r>
            <a:endParaRPr kumimoji="1" lang="en-US" altLang="ja-JP" sz="2800" dirty="0"/>
          </a:p>
          <a:p>
            <a:pPr>
              <a:lnSpc>
                <a:spcPct val="120000"/>
              </a:lnSpc>
            </a:pPr>
            <a:r>
              <a:rPr lang="ja-JP" altLang="en-US" sz="2800" dirty="0"/>
              <a:t>プラットフォーム</a:t>
            </a:r>
            <a:r>
              <a:rPr lang="en-US" altLang="ja-JP" sz="4400" dirty="0">
                <a:latin typeface="+mj-ea"/>
                <a:ea typeface="+mj-ea"/>
              </a:rPr>
              <a:t>DAWIY</a:t>
            </a:r>
            <a:r>
              <a:rPr lang="ja-JP" altLang="en-US" sz="2800" dirty="0"/>
              <a:t>を目指し、</a:t>
            </a:r>
            <a:endParaRPr lang="en-US" altLang="ja-JP" sz="2800" dirty="0"/>
          </a:p>
          <a:p>
            <a:pPr>
              <a:lnSpc>
                <a:spcPct val="120000"/>
              </a:lnSpc>
            </a:pPr>
            <a:endParaRPr lang="en-US" altLang="ja-JP" sz="500" dirty="0"/>
          </a:p>
          <a:p>
            <a:pPr>
              <a:lnSpc>
                <a:spcPct val="120000"/>
              </a:lnSpc>
            </a:pPr>
            <a:r>
              <a:rPr lang="en-US" altLang="ja-JP" sz="28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WAM-Studio</a:t>
            </a:r>
            <a:r>
              <a:rPr lang="ja-JP" altLang="en-US" sz="2800" dirty="0"/>
              <a:t>をベースに、自分なりに開発中</a:t>
            </a:r>
            <a:endParaRPr lang="en-US" altLang="ja-JP" sz="2800" dirty="0"/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/>
              <a:t>DAWシーケンス編集機能</a:t>
            </a:r>
            <a:endParaRPr lang="en-US" altLang="ja-JP" sz="2800" dirty="0"/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ja-JP" sz="2800" dirty="0"/>
              <a:t>dawproject</a:t>
            </a:r>
            <a:r>
              <a:rPr lang="ja-JP" altLang="en-US" sz="2800" dirty="0"/>
              <a:t>ファイルの入出力</a:t>
            </a:r>
            <a:endParaRPr lang="en-US" altLang="ja-JP" sz="2800" dirty="0"/>
          </a:p>
          <a:p>
            <a:pPr>
              <a:lnSpc>
                <a:spcPct val="150000"/>
              </a:lnSpc>
            </a:pPr>
            <a:r>
              <a:rPr lang="ja-JP" altLang="en-US" sz="2800" dirty="0"/>
              <a:t>　</a:t>
            </a:r>
            <a:r>
              <a:rPr lang="en-US" altLang="ja-JP" sz="2800" dirty="0"/>
              <a:t>…</a:t>
            </a:r>
            <a:r>
              <a:rPr lang="ja-JP" altLang="en-US" sz="2800" dirty="0"/>
              <a:t>はある程度形にできた</a:t>
            </a:r>
            <a:endParaRPr lang="en-US" altLang="ja-JP" sz="2800" dirty="0"/>
          </a:p>
          <a:p>
            <a:pPr>
              <a:lnSpc>
                <a:spcPct val="150000"/>
              </a:lnSpc>
            </a:pPr>
            <a:r>
              <a:rPr lang="ja-JP" altLang="en-US" sz="2800" dirty="0"/>
              <a:t>今後は</a:t>
            </a:r>
            <a:r>
              <a:rPr lang="ja-JP" altLang="en-US" sz="3600" u="sng" dirty="0">
                <a:latin typeface="+mj-ea"/>
                <a:ea typeface="+mj-ea"/>
              </a:rPr>
              <a:t>外部</a:t>
            </a:r>
            <a:r>
              <a:rPr lang="ja-JP" altLang="en-US" sz="3200" u="sng" dirty="0">
                <a:latin typeface="+mj-ea"/>
                <a:ea typeface="+mj-ea"/>
              </a:rPr>
              <a:t>から</a:t>
            </a:r>
            <a:r>
              <a:rPr lang="ja-JP" altLang="en-US" sz="3600" u="sng" dirty="0">
                <a:latin typeface="+mj-ea"/>
                <a:ea typeface="+mj-ea"/>
              </a:rPr>
              <a:t>機能</a:t>
            </a:r>
            <a:r>
              <a:rPr lang="ja-JP" altLang="en-US" sz="3200" u="sng" dirty="0">
                <a:latin typeface="+mj-ea"/>
                <a:ea typeface="+mj-ea"/>
              </a:rPr>
              <a:t>を</a:t>
            </a:r>
            <a:r>
              <a:rPr lang="ja-JP" altLang="en-US" sz="3600" u="sng" dirty="0">
                <a:latin typeface="+mj-ea"/>
                <a:ea typeface="+mj-ea"/>
              </a:rPr>
              <a:t>自由</a:t>
            </a:r>
            <a:r>
              <a:rPr lang="ja-JP" altLang="en-US" sz="3200" u="sng" dirty="0">
                <a:latin typeface="+mj-ea"/>
                <a:ea typeface="+mj-ea"/>
              </a:rPr>
              <a:t>に</a:t>
            </a:r>
            <a:r>
              <a:rPr lang="ja-JP" altLang="en-US" sz="3600" u="sng" dirty="0">
                <a:latin typeface="+mj-ea"/>
                <a:ea typeface="+mj-ea"/>
              </a:rPr>
              <a:t>追加</a:t>
            </a:r>
            <a:r>
              <a:rPr lang="ja-JP" altLang="en-US" sz="3200" u="sng" dirty="0">
                <a:latin typeface="+mj-ea"/>
                <a:ea typeface="+mj-ea"/>
              </a:rPr>
              <a:t>できる</a:t>
            </a:r>
            <a:r>
              <a:rPr lang="ja-JP" altLang="en-US" sz="3600" u="sng" dirty="0">
                <a:latin typeface="+mj-ea"/>
                <a:ea typeface="+mj-ea"/>
              </a:rPr>
              <a:t>環境</a:t>
            </a:r>
            <a:r>
              <a:rPr lang="ja-JP" altLang="en-US" sz="2800" dirty="0"/>
              <a:t>を構築する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AE7C409-CDC6-B99A-70E4-0F4962684971}"/>
              </a:ext>
            </a:extLst>
          </p:cNvPr>
          <p:cNvSpPr txBox="1"/>
          <p:nvPr/>
        </p:nvSpPr>
        <p:spPr>
          <a:xfrm>
            <a:off x="7810288" y="4132954"/>
            <a:ext cx="3826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hlinkClick r:id="rId2"/>
              </a:rPr>
              <a:t>https://github.com/NumberZero-0621/wam-studio</a:t>
            </a:r>
            <a:endParaRPr lang="ja-JP" altLang="en-US" sz="1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34944A2-60BC-48B9-4B34-26D5C7A684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7" t="5904" r="9056" b="6185"/>
          <a:stretch>
            <a:fillRect/>
          </a:stretch>
        </p:blipFill>
        <p:spPr bwMode="auto">
          <a:xfrm>
            <a:off x="8598037" y="1621247"/>
            <a:ext cx="2250831" cy="238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04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C34DAD-3351-6912-A0D4-268082DA1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9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DEA3B902-27AA-29F2-473B-BDC50437A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11" y="120622"/>
            <a:ext cx="4446281" cy="1055171"/>
          </a:xfrm>
        </p:spPr>
        <p:txBody>
          <a:bodyPr>
            <a:normAutofit/>
          </a:bodyPr>
          <a:lstStyle/>
          <a:p>
            <a:r>
              <a:rPr lang="ja-JP" altLang="en-US" sz="6700" dirty="0"/>
              <a:t>先</a:t>
            </a:r>
            <a:r>
              <a:rPr lang="ja-JP" altLang="en-US" sz="5400" dirty="0"/>
              <a:t>行</a:t>
            </a:r>
            <a:r>
              <a:rPr lang="ja-JP" altLang="en-US" sz="6000" dirty="0"/>
              <a:t>事</a:t>
            </a:r>
            <a:r>
              <a:rPr lang="ja-JP" altLang="en-US" sz="5400" dirty="0"/>
              <a:t>例</a:t>
            </a:r>
            <a:r>
              <a:rPr lang="ja-JP" altLang="en-US" sz="6700" dirty="0"/>
              <a:t>①</a:t>
            </a:r>
            <a:endParaRPr kumimoji="1" lang="ja-JP" altLang="en-US" sz="5400" dirty="0"/>
          </a:p>
        </p:txBody>
      </p:sp>
      <p:pic>
        <p:nvPicPr>
          <p:cNvPr id="17" name="コンテンツ プレースホルダー 16" descr="ロゴ">
            <a:extLst>
              <a:ext uri="{FF2B5EF4-FFF2-40B4-BE49-F238E27FC236}">
                <a16:creationId xmlns:a16="http://schemas.microsoft.com/office/drawing/2014/main" id="{E8C8DDB6-4FCF-BC22-77A0-62C93EA6A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787" y="3063588"/>
            <a:ext cx="1101806" cy="1468203"/>
          </a:xfrm>
          <a:effectLst>
            <a:outerShdw blurRad="292100" dist="165100" dir="10140000" algn="tl" rotWithShape="0">
              <a:prstClr val="black">
                <a:alpha val="69000"/>
              </a:prstClr>
            </a:outerShdw>
          </a:effectLst>
        </p:spPr>
      </p:pic>
      <p:sp>
        <p:nvSpPr>
          <p:cNvPr id="19" name="コンテンツ プレースホルダー 2">
            <a:extLst>
              <a:ext uri="{FF2B5EF4-FFF2-40B4-BE49-F238E27FC236}">
                <a16:creationId xmlns:a16="http://schemas.microsoft.com/office/drawing/2014/main" id="{6301626E-5D2C-7AC4-CC5A-336513BFA25A}"/>
              </a:ext>
            </a:extLst>
          </p:cNvPr>
          <p:cNvSpPr txBox="1">
            <a:spLocks/>
          </p:cNvSpPr>
          <p:nvPr/>
        </p:nvSpPr>
        <p:spPr>
          <a:xfrm>
            <a:off x="754276" y="1525787"/>
            <a:ext cx="3615503" cy="790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dirty="0">
                <a:latin typeface="+mj-ea"/>
                <a:ea typeface="+mj-ea"/>
              </a:rPr>
              <a:t>dawproject</a:t>
            </a:r>
            <a:endParaRPr lang="en-US" altLang="ja-JP" sz="4400" dirty="0"/>
          </a:p>
        </p:txBody>
      </p:sp>
      <p:sp>
        <p:nvSpPr>
          <p:cNvPr id="25" name="コンテンツ プレースホルダー 2">
            <a:extLst>
              <a:ext uri="{FF2B5EF4-FFF2-40B4-BE49-F238E27FC236}">
                <a16:creationId xmlns:a16="http://schemas.microsoft.com/office/drawing/2014/main" id="{DDC4373B-F5C3-82B6-46CE-4DC3F2E72984}"/>
              </a:ext>
            </a:extLst>
          </p:cNvPr>
          <p:cNvSpPr txBox="1">
            <a:spLocks/>
          </p:cNvSpPr>
          <p:nvPr/>
        </p:nvSpPr>
        <p:spPr>
          <a:xfrm>
            <a:off x="1076325" y="2413438"/>
            <a:ext cx="10784498" cy="4058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/>
              <a:t>特定の</a:t>
            </a:r>
            <a:r>
              <a:rPr lang="en-US" altLang="ja-JP" sz="2400" dirty="0"/>
              <a:t>DAW</a:t>
            </a:r>
            <a:r>
              <a:rPr lang="ja-JP" altLang="en-US" sz="2400" dirty="0"/>
              <a:t>に依存しない共通のプロジェクトデータ保存形式（拡張子）</a:t>
            </a:r>
            <a:endParaRPr lang="en-US" altLang="ja-JP" sz="2400" dirty="0"/>
          </a:p>
        </p:txBody>
      </p:sp>
      <p:pic>
        <p:nvPicPr>
          <p:cNvPr id="2050" name="Picture 2" descr="Studio One DAWの使い方 | パソコン工房 NEXMAG">
            <a:extLst>
              <a:ext uri="{FF2B5EF4-FFF2-40B4-BE49-F238E27FC236}">
                <a16:creationId xmlns:a16="http://schemas.microsoft.com/office/drawing/2014/main" id="{F08762CA-9D8E-1112-675A-FB2BD7650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3405466"/>
            <a:ext cx="3746427" cy="221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ubase Elementsの内蔵ソフトウェア音源の使い方 | パソコン工房 NEXMAG">
            <a:extLst>
              <a:ext uri="{FF2B5EF4-FFF2-40B4-BE49-F238E27FC236}">
                <a16:creationId xmlns:a16="http://schemas.microsoft.com/office/drawing/2014/main" id="{CEA28437-0192-A66E-E6A7-503C049A1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781" y="3412114"/>
            <a:ext cx="3746427" cy="221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5A6A2002-16C8-EC2E-0A80-1E4658F9F006}"/>
              </a:ext>
            </a:extLst>
          </p:cNvPr>
          <p:cNvSpPr txBox="1">
            <a:spLocks/>
          </p:cNvSpPr>
          <p:nvPr/>
        </p:nvSpPr>
        <p:spPr>
          <a:xfrm>
            <a:off x="1950031" y="5745951"/>
            <a:ext cx="1858298" cy="4058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2400" dirty="0"/>
              <a:t>Studio One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E1E699-7B2C-07EC-2E6E-AD4E7595A92E}"/>
              </a:ext>
            </a:extLst>
          </p:cNvPr>
          <p:cNvSpPr txBox="1">
            <a:spLocks/>
          </p:cNvSpPr>
          <p:nvPr/>
        </p:nvSpPr>
        <p:spPr>
          <a:xfrm>
            <a:off x="8457845" y="5737963"/>
            <a:ext cx="1858298" cy="4058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2400" dirty="0"/>
              <a:t>Cubase</a:t>
            </a:r>
          </a:p>
        </p:txBody>
      </p:sp>
      <p:pic>
        <p:nvPicPr>
          <p:cNvPr id="8" name="グラフィックス 7" descr="矢印: 反時計回りの曲線 単色塗りつぶし">
            <a:extLst>
              <a:ext uri="{FF2B5EF4-FFF2-40B4-BE49-F238E27FC236}">
                <a16:creationId xmlns:a16="http://schemas.microsoft.com/office/drawing/2014/main" id="{848A8B29-800C-3BC2-8647-E2034BD6B5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376736">
            <a:off x="5370004" y="3923948"/>
            <a:ext cx="1570474" cy="2113378"/>
          </a:xfrm>
          <a:prstGeom prst="rect">
            <a:avLst/>
          </a:prstGeom>
        </p:spPr>
      </p:pic>
      <p:pic>
        <p:nvPicPr>
          <p:cNvPr id="9" name="グラフィックス 8" descr="矢印: 反時計回りの曲線 単色塗りつぶし">
            <a:extLst>
              <a:ext uri="{FF2B5EF4-FFF2-40B4-BE49-F238E27FC236}">
                <a16:creationId xmlns:a16="http://schemas.microsoft.com/office/drawing/2014/main" id="{48EC8850-41E9-839E-E0F4-AE562C88D6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212480">
            <a:off x="5462685" y="4297788"/>
            <a:ext cx="1385110" cy="2113378"/>
          </a:xfrm>
          <a:prstGeom prst="rect">
            <a:avLst/>
          </a:prstGeo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A2120763-CF22-8A57-7613-9F7709C0A6D4}"/>
              </a:ext>
            </a:extLst>
          </p:cNvPr>
          <p:cNvSpPr txBox="1">
            <a:spLocks/>
          </p:cNvSpPr>
          <p:nvPr/>
        </p:nvSpPr>
        <p:spPr>
          <a:xfrm>
            <a:off x="5142431" y="5776766"/>
            <a:ext cx="2158518" cy="4058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400" dirty="0"/>
              <a:t>互換性◯</a:t>
            </a:r>
            <a:endParaRPr lang="en-US" altLang="ja-JP" sz="2400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5602894-9341-579E-7ECF-D75EEF15329D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A09432E2-EAB4-3A12-8551-3192F9BEB5AF}"/>
              </a:ext>
            </a:extLst>
          </p:cNvPr>
          <p:cNvSpPr txBox="1">
            <a:spLocks/>
          </p:cNvSpPr>
          <p:nvPr/>
        </p:nvSpPr>
        <p:spPr>
          <a:xfrm>
            <a:off x="7546316" y="2868200"/>
            <a:ext cx="4121076" cy="339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1600" dirty="0"/>
              <a:t>楽譜の共通形式  →  </a:t>
            </a:r>
            <a:r>
              <a:rPr lang="en-US" altLang="ja-JP" sz="1600" dirty="0"/>
              <a:t>MIDI, MusicXML</a:t>
            </a:r>
            <a:r>
              <a:rPr lang="ja-JP" altLang="en-US" sz="1600" dirty="0"/>
              <a:t>に該当</a:t>
            </a:r>
            <a:endParaRPr lang="en-US" altLang="ja-JP" sz="16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CDC6235-13C5-6FF5-12D3-02AFAE880353}"/>
              </a:ext>
            </a:extLst>
          </p:cNvPr>
          <p:cNvSpPr txBox="1"/>
          <p:nvPr/>
        </p:nvSpPr>
        <p:spPr>
          <a:xfrm>
            <a:off x="8373411" y="1582385"/>
            <a:ext cx="3399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hlinkClick r:id="rId7"/>
              </a:rPr>
              <a:t>https://github.com/bitwig/dawproject</a:t>
            </a:r>
            <a:r>
              <a:rPr lang="ja-JP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4613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210747-6826-1B19-F0D8-78991331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7572F2D-24D0-E8AE-A7AB-904F2C5B10E7}"/>
              </a:ext>
            </a:extLst>
          </p:cNvPr>
          <p:cNvSpPr txBox="1"/>
          <p:nvPr/>
        </p:nvSpPr>
        <p:spPr>
          <a:xfrm>
            <a:off x="6908022" y="1609831"/>
            <a:ext cx="29449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hlinkClick r:id="rId2"/>
              </a:rPr>
              <a:t>https://github.com/Brotherta/wam-studio</a:t>
            </a:r>
            <a:r>
              <a:rPr lang="ja-JP" altLang="en-US" sz="1100" dirty="0"/>
              <a:t> 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F28A47-0DC4-D041-A16E-9CFE2BB43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10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pic>
        <p:nvPicPr>
          <p:cNvPr id="1028" name="Picture 4" descr="@webaudiomodules">
            <a:extLst>
              <a:ext uri="{FF2B5EF4-FFF2-40B4-BE49-F238E27FC236}">
                <a16:creationId xmlns:a16="http://schemas.microsoft.com/office/drawing/2014/main" id="{876EF1CA-FCAC-589C-1492-09E620A05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4" y="1937270"/>
            <a:ext cx="1616318" cy="1616318"/>
          </a:xfrm>
          <a:prstGeom prst="rect">
            <a:avLst/>
          </a:prstGeom>
          <a:noFill/>
          <a:effectLst>
            <a:outerShdw blurRad="292100" dist="190500" dir="6960000" algn="tl" rotWithShape="0">
              <a:prstClr val="black">
                <a:alpha val="4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24DFD758-7709-A8A0-5C58-A134E6FF571A}"/>
              </a:ext>
            </a:extLst>
          </p:cNvPr>
          <p:cNvSpPr txBox="1">
            <a:spLocks/>
          </p:cNvSpPr>
          <p:nvPr/>
        </p:nvSpPr>
        <p:spPr>
          <a:xfrm>
            <a:off x="666061" y="3897674"/>
            <a:ext cx="4588788" cy="1259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3200" dirty="0">
                <a:latin typeface="+mj-ea"/>
                <a:ea typeface="+mj-ea"/>
              </a:rPr>
              <a:t>Web Audio Modules</a:t>
            </a:r>
          </a:p>
          <a:p>
            <a:pPr marL="0" indent="0" algn="ctr">
              <a:buNone/>
            </a:pPr>
            <a:r>
              <a:rPr lang="en-US" altLang="ja-JP" sz="3200" dirty="0">
                <a:latin typeface="+mj-ea"/>
                <a:ea typeface="+mj-ea"/>
              </a:rPr>
              <a:t>(WAMs)</a:t>
            </a:r>
            <a:endParaRPr lang="en-US" altLang="ja-JP" sz="3200" dirty="0"/>
          </a:p>
        </p:txBody>
      </p: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762F0ACF-9E2A-2E74-7D59-5135AB809F16}"/>
              </a:ext>
            </a:extLst>
          </p:cNvPr>
          <p:cNvSpPr txBox="1">
            <a:spLocks/>
          </p:cNvSpPr>
          <p:nvPr/>
        </p:nvSpPr>
        <p:spPr>
          <a:xfrm>
            <a:off x="496841" y="5156907"/>
            <a:ext cx="4967421" cy="932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2400" dirty="0"/>
              <a:t>Web</a:t>
            </a:r>
            <a:r>
              <a:rPr lang="ja-JP" altLang="en-US" sz="2400" dirty="0"/>
              <a:t> </a:t>
            </a:r>
            <a:r>
              <a:rPr lang="en-US" altLang="ja-JP" sz="2400" dirty="0"/>
              <a:t>DAW</a:t>
            </a:r>
            <a:r>
              <a:rPr lang="ja-JP" altLang="en-US" sz="2400" dirty="0"/>
              <a:t>における</a:t>
            </a:r>
            <a:endParaRPr lang="en-US" altLang="ja-JP" sz="2400" dirty="0"/>
          </a:p>
          <a:p>
            <a:pPr marL="0" indent="0" algn="ctr">
              <a:buNone/>
            </a:pPr>
            <a:r>
              <a:rPr lang="en-US" altLang="ja-JP" sz="24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VST</a:t>
            </a:r>
            <a:r>
              <a:rPr lang="ja-JP" altLang="en-US" sz="2400" dirty="0"/>
              <a:t>のような</a:t>
            </a:r>
            <a:r>
              <a:rPr lang="ja-JP" altLang="en-US" sz="2400" u="sng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音源・</a:t>
            </a:r>
            <a:r>
              <a:rPr lang="en-US" altLang="ja-JP" sz="2400" u="sng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FX</a:t>
            </a:r>
            <a:r>
              <a:rPr lang="ja-JP" altLang="en-US" sz="2400" dirty="0"/>
              <a:t>の共通規格</a:t>
            </a:r>
            <a:endParaRPr lang="en-US" altLang="ja-JP" sz="2400" dirty="0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D8272DF9-B211-4D8C-12D3-C077C60CB2D7}"/>
              </a:ext>
            </a:extLst>
          </p:cNvPr>
          <p:cNvSpPr/>
          <p:nvPr/>
        </p:nvSpPr>
        <p:spPr>
          <a:xfrm>
            <a:off x="321547" y="1556545"/>
            <a:ext cx="5338106" cy="4761351"/>
          </a:xfrm>
          <a:prstGeom prst="roundRect">
            <a:avLst>
              <a:gd name="adj" fmla="val 10317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17D6DCC8-8292-4849-4A68-1A63711D177E}"/>
              </a:ext>
            </a:extLst>
          </p:cNvPr>
          <p:cNvSpPr txBox="1">
            <a:spLocks/>
          </p:cNvSpPr>
          <p:nvPr/>
        </p:nvSpPr>
        <p:spPr>
          <a:xfrm>
            <a:off x="134511" y="120622"/>
            <a:ext cx="4446281" cy="1055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6700" dirty="0"/>
              <a:t>先</a:t>
            </a:r>
            <a:r>
              <a:rPr lang="ja-JP" altLang="en-US" sz="5400" dirty="0"/>
              <a:t>行</a:t>
            </a:r>
            <a:r>
              <a:rPr lang="ja-JP" altLang="en-US" sz="6000" dirty="0"/>
              <a:t>事</a:t>
            </a:r>
            <a:r>
              <a:rPr lang="ja-JP" altLang="en-US" sz="5400" dirty="0"/>
              <a:t>例</a:t>
            </a:r>
            <a:r>
              <a:rPr lang="ja-JP" altLang="en-US" sz="6700" dirty="0"/>
              <a:t>②</a:t>
            </a:r>
            <a:endParaRPr lang="ja-JP" altLang="en-US" sz="5400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B7ACC22-FDC0-3B60-10E2-0030D4A81A2F}"/>
              </a:ext>
            </a:extLst>
          </p:cNvPr>
          <p:cNvCxnSpPr/>
          <p:nvPr/>
        </p:nvCxnSpPr>
        <p:spPr>
          <a:xfrm>
            <a:off x="2373842" y="2745429"/>
            <a:ext cx="803868" cy="0"/>
          </a:xfrm>
          <a:prstGeom prst="straightConnector1">
            <a:avLst/>
          </a:prstGeom>
          <a:ln w="254000">
            <a:solidFill>
              <a:schemeClr val="tx1"/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グラフィックス 13" descr="ピアノ 単色塗りつぶし">
            <a:extLst>
              <a:ext uri="{FF2B5EF4-FFF2-40B4-BE49-F238E27FC236}">
                <a16:creationId xmlns:a16="http://schemas.microsoft.com/office/drawing/2014/main" id="{EE60486D-79BC-2636-0609-F82939000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2055" y="1729864"/>
            <a:ext cx="1194079" cy="1381748"/>
          </a:xfrm>
          <a:prstGeom prst="rect">
            <a:avLst/>
          </a:prstGeom>
        </p:spPr>
      </p:pic>
      <p:pic>
        <p:nvPicPr>
          <p:cNvPr id="21" name="図 20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3F75A2B8-8FC2-0854-9FA9-FDACD37031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6" t="18719" r="22116" b="18789"/>
          <a:stretch>
            <a:fillRect/>
          </a:stretch>
        </p:blipFill>
        <p:spPr>
          <a:xfrm>
            <a:off x="4416373" y="2553027"/>
            <a:ext cx="1117930" cy="1252717"/>
          </a:xfrm>
          <a:prstGeom prst="rect">
            <a:avLst/>
          </a:prstGeom>
        </p:spPr>
      </p:pic>
      <p:pic>
        <p:nvPicPr>
          <p:cNvPr id="27" name="グラフィックス 26" descr="音符 単色塗りつぶし">
            <a:extLst>
              <a:ext uri="{FF2B5EF4-FFF2-40B4-BE49-F238E27FC236}">
                <a16:creationId xmlns:a16="http://schemas.microsoft.com/office/drawing/2014/main" id="{BEB4B5CB-9ADA-385D-4365-5FA235A506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2295" y="1714673"/>
            <a:ext cx="707678" cy="707678"/>
          </a:xfrm>
          <a:prstGeom prst="rect">
            <a:avLst/>
          </a:prstGeom>
        </p:spPr>
      </p:pic>
      <p:pic>
        <p:nvPicPr>
          <p:cNvPr id="32" name="グラフィックス 31" descr="音符 単色塗りつぶし">
            <a:extLst>
              <a:ext uri="{FF2B5EF4-FFF2-40B4-BE49-F238E27FC236}">
                <a16:creationId xmlns:a16="http://schemas.microsoft.com/office/drawing/2014/main" id="{3A55FD4E-5775-9CA7-4399-C06FB9DC09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4265" y="2937309"/>
            <a:ext cx="914400" cy="914400"/>
          </a:xfrm>
          <a:prstGeom prst="rect">
            <a:avLst/>
          </a:prstGeom>
        </p:spPr>
      </p:pic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F52CE1B5-F05F-21EB-CE6C-10083DD6A5D1}"/>
              </a:ext>
            </a:extLst>
          </p:cNvPr>
          <p:cNvCxnSpPr/>
          <p:nvPr/>
        </p:nvCxnSpPr>
        <p:spPr>
          <a:xfrm>
            <a:off x="5771104" y="3886539"/>
            <a:ext cx="803868" cy="0"/>
          </a:xfrm>
          <a:prstGeom prst="straightConnector1">
            <a:avLst/>
          </a:prstGeom>
          <a:ln w="254000">
            <a:solidFill>
              <a:schemeClr val="tx1"/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B6FE5240-0ABC-2C08-34EB-A2CD65347016}"/>
              </a:ext>
            </a:extLst>
          </p:cNvPr>
          <p:cNvSpPr/>
          <p:nvPr/>
        </p:nvSpPr>
        <p:spPr>
          <a:xfrm>
            <a:off x="6686423" y="1556544"/>
            <a:ext cx="5338106" cy="4761351"/>
          </a:xfrm>
          <a:prstGeom prst="roundRect">
            <a:avLst>
              <a:gd name="adj" fmla="val 10317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35" name="Picture 4">
            <a:extLst>
              <a:ext uri="{FF2B5EF4-FFF2-40B4-BE49-F238E27FC236}">
                <a16:creationId xmlns:a16="http://schemas.microsoft.com/office/drawing/2014/main" id="{E4E1D661-2F43-F5E0-A5C7-6C9470835D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9" b="14801"/>
          <a:stretch>
            <a:fillRect/>
          </a:stretch>
        </p:blipFill>
        <p:spPr bwMode="auto">
          <a:xfrm>
            <a:off x="7845999" y="1821857"/>
            <a:ext cx="3018954" cy="184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コンテンツ プレースホルダー 2">
            <a:extLst>
              <a:ext uri="{FF2B5EF4-FFF2-40B4-BE49-F238E27FC236}">
                <a16:creationId xmlns:a16="http://schemas.microsoft.com/office/drawing/2014/main" id="{653EC9A7-C057-C283-24D5-CB726648464A}"/>
              </a:ext>
            </a:extLst>
          </p:cNvPr>
          <p:cNvSpPr txBox="1">
            <a:spLocks/>
          </p:cNvSpPr>
          <p:nvPr/>
        </p:nvSpPr>
        <p:spPr>
          <a:xfrm>
            <a:off x="7954406" y="4081345"/>
            <a:ext cx="2802140" cy="55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3200" dirty="0">
                <a:latin typeface="+mj-ea"/>
                <a:ea typeface="+mj-ea"/>
              </a:rPr>
              <a:t>WAM-Studio</a:t>
            </a:r>
            <a:endParaRPr lang="en-US" altLang="ja-JP" sz="3200" dirty="0"/>
          </a:p>
        </p:txBody>
      </p:sp>
      <p:sp>
        <p:nvSpPr>
          <p:cNvPr id="37" name="コンテンツ プレースホルダー 2">
            <a:extLst>
              <a:ext uri="{FF2B5EF4-FFF2-40B4-BE49-F238E27FC236}">
                <a16:creationId xmlns:a16="http://schemas.microsoft.com/office/drawing/2014/main" id="{63A9C504-A2AE-5DEC-5C08-C643390215FE}"/>
              </a:ext>
            </a:extLst>
          </p:cNvPr>
          <p:cNvSpPr txBox="1">
            <a:spLocks/>
          </p:cNvSpPr>
          <p:nvPr/>
        </p:nvSpPr>
        <p:spPr>
          <a:xfrm>
            <a:off x="7477325" y="4936093"/>
            <a:ext cx="3756302" cy="952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2400" dirty="0"/>
              <a:t>WAMs</a:t>
            </a:r>
            <a:r>
              <a:rPr lang="ja-JP" altLang="en-US" sz="2400" dirty="0"/>
              <a:t>の技術を用いて</a:t>
            </a:r>
            <a:endParaRPr lang="en-US" altLang="ja-JP" sz="2400" dirty="0"/>
          </a:p>
          <a:p>
            <a:pPr marL="0" indent="0" algn="ctr">
              <a:buNone/>
            </a:pPr>
            <a:r>
              <a:rPr lang="ja-JP" altLang="en-US" sz="2400" dirty="0"/>
              <a:t>作られた</a:t>
            </a:r>
            <a:r>
              <a:rPr lang="en-US" altLang="ja-JP" sz="2400" dirty="0"/>
              <a:t>OSS</a:t>
            </a:r>
            <a:r>
              <a:rPr lang="ja-JP" altLang="en-US" sz="2400" dirty="0"/>
              <a:t>の</a:t>
            </a:r>
            <a:r>
              <a:rPr lang="en-US" altLang="ja-JP" sz="2400" dirty="0"/>
              <a:t>Web DAW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0D23D01-347E-4A13-6D9C-7DADA76CC6E4}"/>
              </a:ext>
            </a:extLst>
          </p:cNvPr>
          <p:cNvSpPr/>
          <p:nvPr/>
        </p:nvSpPr>
        <p:spPr>
          <a:xfrm>
            <a:off x="7577928" y="1609831"/>
            <a:ext cx="3535000" cy="3150604"/>
          </a:xfrm>
          <a:prstGeom prst="roundRect">
            <a:avLst>
              <a:gd name="adj" fmla="val 21529"/>
            </a:avLst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9ECF97-0554-0AA1-8C22-ED47948AC981}"/>
              </a:ext>
            </a:extLst>
          </p:cNvPr>
          <p:cNvSpPr txBox="1"/>
          <p:nvPr/>
        </p:nvSpPr>
        <p:spPr>
          <a:xfrm>
            <a:off x="596488" y="1580170"/>
            <a:ext cx="29643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hlinkClick r:id="rId12"/>
              </a:rPr>
              <a:t>https://github.com/webaudiomodules/api</a:t>
            </a:r>
            <a:r>
              <a:rPr lang="ja-JP" alt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076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43B8D4-0896-403A-E335-0BAFED37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12" y="70338"/>
            <a:ext cx="12998684" cy="1222060"/>
          </a:xfrm>
        </p:spPr>
        <p:txBody>
          <a:bodyPr>
            <a:normAutofit/>
          </a:bodyPr>
          <a:lstStyle/>
          <a:p>
            <a:r>
              <a:rPr kumimoji="1" lang="en-US" altLang="ja-JP" sz="5400" dirty="0"/>
              <a:t>W</a:t>
            </a:r>
            <a:r>
              <a:rPr kumimoji="1" lang="en-US" altLang="ja-JP" sz="4800" dirty="0"/>
              <a:t>AM-Studio</a:t>
            </a:r>
            <a:r>
              <a:rPr kumimoji="1" lang="ja-JP" altLang="en-US" sz="3600" dirty="0"/>
              <a:t>を</a:t>
            </a:r>
            <a:r>
              <a:rPr kumimoji="1" lang="ja-JP" altLang="en-US" dirty="0"/>
              <a:t>そのまま</a:t>
            </a:r>
            <a:r>
              <a:rPr kumimoji="1" lang="ja-JP" altLang="en-US" sz="4800" dirty="0"/>
              <a:t>使</a:t>
            </a:r>
            <a:r>
              <a:rPr kumimoji="1" lang="ja-JP" altLang="en-US" dirty="0"/>
              <a:t>えば</a:t>
            </a:r>
            <a:r>
              <a:rPr kumimoji="1" lang="ja-JP" altLang="en-US" sz="4000" dirty="0"/>
              <a:t>いい</a:t>
            </a:r>
            <a:r>
              <a:rPr kumimoji="1" lang="ja-JP" altLang="en-US" sz="3600" dirty="0"/>
              <a:t>のでは</a:t>
            </a:r>
            <a:r>
              <a:rPr kumimoji="1" lang="ja-JP" altLang="en-US" sz="6000" dirty="0"/>
              <a:t>？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25D05A-6F1B-87F9-6A7C-56B3C2E3A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11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A456A46-C5DA-858E-B8F3-D12B5DDA1A4E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CB3B9780-360E-310B-F73A-5264F62901E9}"/>
              </a:ext>
            </a:extLst>
          </p:cNvPr>
          <p:cNvSpPr txBox="1">
            <a:spLocks/>
          </p:cNvSpPr>
          <p:nvPr/>
        </p:nvSpPr>
        <p:spPr>
          <a:xfrm>
            <a:off x="612596" y="1563728"/>
            <a:ext cx="5654640" cy="60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dirty="0"/>
              <a:t>そういうわけにもいかない</a:t>
            </a:r>
            <a:r>
              <a:rPr lang="en-US" altLang="ja-JP" sz="3200" dirty="0"/>
              <a:t>…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3AB58C0D-A478-090C-1823-BFB9C29241AC}"/>
              </a:ext>
            </a:extLst>
          </p:cNvPr>
          <p:cNvSpPr txBox="1">
            <a:spLocks/>
          </p:cNvSpPr>
          <p:nvPr/>
        </p:nvSpPr>
        <p:spPr>
          <a:xfrm>
            <a:off x="768768" y="2273671"/>
            <a:ext cx="5034330" cy="763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4000" dirty="0">
                <a:latin typeface="+mj-ea"/>
                <a:ea typeface="+mj-ea"/>
              </a:rPr>
              <a:t>何が足りないか：</a:t>
            </a:r>
            <a:endParaRPr lang="en-US" altLang="ja-JP" sz="4000" dirty="0">
              <a:latin typeface="+mj-ea"/>
              <a:ea typeface="+mj-ea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5BFB7702-834F-DBF5-FFA9-E8EB39CD5CDF}"/>
              </a:ext>
            </a:extLst>
          </p:cNvPr>
          <p:cNvSpPr txBox="1">
            <a:spLocks/>
          </p:cNvSpPr>
          <p:nvPr/>
        </p:nvSpPr>
        <p:spPr>
          <a:xfrm>
            <a:off x="972531" y="2968310"/>
            <a:ext cx="10571671" cy="2908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32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ピアノロールがない</a:t>
            </a:r>
            <a:endParaRPr lang="en-US" altLang="ja-JP" sz="3200" dirty="0"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  <a:p>
            <a:pPr lvl="1"/>
            <a:r>
              <a:rPr lang="ja-JP" altLang="en-US" sz="2800" dirty="0"/>
              <a:t>シーケンサー的な機能が弱い</a:t>
            </a:r>
            <a:endParaRPr lang="en-US" altLang="ja-JP" sz="2800" dirty="0"/>
          </a:p>
          <a:p>
            <a:r>
              <a:rPr lang="ja-JP" altLang="en-US" sz="32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ファイル保存システムが独自</a:t>
            </a:r>
            <a:endParaRPr lang="en-US" altLang="ja-JP" sz="3200" dirty="0"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  <a:p>
            <a:pPr lvl="1"/>
            <a:r>
              <a:rPr lang="ja-JP" altLang="en-US" sz="2800" dirty="0"/>
              <a:t>外部の</a:t>
            </a:r>
            <a:r>
              <a:rPr lang="en-US" altLang="ja-JP" sz="2800" dirty="0"/>
              <a:t>DAW</a:t>
            </a:r>
            <a:r>
              <a:rPr lang="ja-JP" altLang="en-US" sz="2800" dirty="0"/>
              <a:t>と連携できない</a:t>
            </a:r>
            <a:endParaRPr lang="en-US" altLang="ja-JP" sz="2800" dirty="0"/>
          </a:p>
          <a:p>
            <a:r>
              <a:rPr lang="ja-JP" altLang="en-US" sz="4400" u="sng" dirty="0">
                <a:latin typeface="+mj-ea"/>
                <a:ea typeface="+mj-ea"/>
              </a:rPr>
              <a:t>何より、機能の追加・改良・削除が困難</a:t>
            </a:r>
            <a:endParaRPr lang="en-US" altLang="ja-JP" sz="4400" u="sng" dirty="0">
              <a:latin typeface="+mj-ea"/>
              <a:ea typeface="+mj-ea"/>
            </a:endParaRPr>
          </a:p>
        </p:txBody>
      </p:sp>
      <p:pic>
        <p:nvPicPr>
          <p:cNvPr id="10" name="図 9" descr="光, 座る, 交通 が含まれている画像">
            <a:extLst>
              <a:ext uri="{FF2B5EF4-FFF2-40B4-BE49-F238E27FC236}">
                <a16:creationId xmlns:a16="http://schemas.microsoft.com/office/drawing/2014/main" id="{2BB1030A-8783-EA84-1BC9-541CD97111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365299" y="1720174"/>
            <a:ext cx="2234015" cy="1764115"/>
          </a:xfrm>
          <a:prstGeom prst="rect">
            <a:avLst/>
          </a:prstGeom>
        </p:spPr>
      </p:pic>
      <p:pic>
        <p:nvPicPr>
          <p:cNvPr id="18" name="図 17" descr="鳥, 花, 暗い, 夕日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EEC5913-96C3-E61B-3437-241B288F24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911" y="1720174"/>
            <a:ext cx="1806790" cy="1806790"/>
          </a:xfrm>
          <a:prstGeom prst="rect">
            <a:avLst/>
          </a:prstGeom>
        </p:spPr>
      </p:pic>
      <p:pic>
        <p:nvPicPr>
          <p:cNvPr id="20" name="グラフィックス 19" descr="ドキュメント 単色塗りつぶし">
            <a:extLst>
              <a:ext uri="{FF2B5EF4-FFF2-40B4-BE49-F238E27FC236}">
                <a16:creationId xmlns:a16="http://schemas.microsoft.com/office/drawing/2014/main" id="{BAF1E191-8390-2FBC-62D3-C03C4F11F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5454" y="3455047"/>
            <a:ext cx="1407554" cy="1407554"/>
          </a:xfrm>
          <a:prstGeom prst="rect">
            <a:avLst/>
          </a:prstGeom>
        </p:spPr>
      </p:pic>
      <p:pic>
        <p:nvPicPr>
          <p:cNvPr id="21" name="グラフィックス 20" descr="矢印: 反時計回りの曲線 単色塗りつぶし">
            <a:extLst>
              <a:ext uri="{FF2B5EF4-FFF2-40B4-BE49-F238E27FC236}">
                <a16:creationId xmlns:a16="http://schemas.microsoft.com/office/drawing/2014/main" id="{A19E5C10-7AA5-5C4C-D7F9-3C7DDFD9FC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7376736">
            <a:off x="8965179" y="3478299"/>
            <a:ext cx="969298" cy="1304379"/>
          </a:xfrm>
          <a:prstGeom prst="rect">
            <a:avLst/>
          </a:prstGeom>
        </p:spPr>
      </p:pic>
      <p:pic>
        <p:nvPicPr>
          <p:cNvPr id="22" name="グラフィックス 21" descr="矢印: 反時計回りの曲線 単色塗りつぶし">
            <a:extLst>
              <a:ext uri="{FF2B5EF4-FFF2-40B4-BE49-F238E27FC236}">
                <a16:creationId xmlns:a16="http://schemas.microsoft.com/office/drawing/2014/main" id="{34F2B9FB-BDC1-7F10-E85F-43072DD4EB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6212480">
            <a:off x="9032357" y="3839143"/>
            <a:ext cx="854891" cy="1304379"/>
          </a:xfrm>
          <a:prstGeom prst="rect">
            <a:avLst/>
          </a:prstGeom>
        </p:spPr>
      </p:pic>
      <p:sp>
        <p:nvSpPr>
          <p:cNvPr id="23" name="フローチャート: カード 22">
            <a:extLst>
              <a:ext uri="{FF2B5EF4-FFF2-40B4-BE49-F238E27FC236}">
                <a16:creationId xmlns:a16="http://schemas.microsoft.com/office/drawing/2014/main" id="{D5C7BBCF-4573-7A60-7CEE-12F3A6F3EA94}"/>
              </a:ext>
            </a:extLst>
          </p:cNvPr>
          <p:cNvSpPr/>
          <p:nvPr/>
        </p:nvSpPr>
        <p:spPr>
          <a:xfrm>
            <a:off x="10122995" y="3556116"/>
            <a:ext cx="1095270" cy="1306486"/>
          </a:xfrm>
          <a:prstGeom prst="flowChartPunchedCard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コンテンツ プレースホルダー 2">
            <a:extLst>
              <a:ext uri="{FF2B5EF4-FFF2-40B4-BE49-F238E27FC236}">
                <a16:creationId xmlns:a16="http://schemas.microsoft.com/office/drawing/2014/main" id="{889FFB72-BF0B-2846-91D7-2C25C40FBE3C}"/>
              </a:ext>
            </a:extLst>
          </p:cNvPr>
          <p:cNvSpPr txBox="1">
            <a:spLocks/>
          </p:cNvSpPr>
          <p:nvPr/>
        </p:nvSpPr>
        <p:spPr>
          <a:xfrm>
            <a:off x="10057991" y="3789783"/>
            <a:ext cx="1256211" cy="9930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3200" dirty="0">
                <a:latin typeface="+mn-ea"/>
              </a:rPr>
              <a:t>他の</a:t>
            </a:r>
            <a:endParaRPr lang="en-US" altLang="ja-JP" sz="3200" dirty="0">
              <a:latin typeface="+mn-ea"/>
            </a:endParaRPr>
          </a:p>
          <a:p>
            <a:pPr marL="0" indent="0" algn="ctr">
              <a:buNone/>
            </a:pPr>
            <a:r>
              <a:rPr lang="en-US" altLang="ja-JP" sz="3200" dirty="0">
                <a:latin typeface="+mn-ea"/>
              </a:rPr>
              <a:t>DAW</a:t>
            </a:r>
          </a:p>
        </p:txBody>
      </p:sp>
      <p:pic>
        <p:nvPicPr>
          <p:cNvPr id="25" name="図 24" descr="鳥, 花, 暗い, 夕日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07761F6-170A-CB41-7007-52E944E42C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788" y="3798310"/>
            <a:ext cx="976028" cy="976028"/>
          </a:xfrm>
          <a:prstGeom prst="rect">
            <a:avLst/>
          </a:prstGeom>
        </p:spPr>
      </p:pic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9CE24E19-5C40-53B1-B9FE-52320169BD39}"/>
              </a:ext>
            </a:extLst>
          </p:cNvPr>
          <p:cNvSpPr txBox="1">
            <a:spLocks/>
          </p:cNvSpPr>
          <p:nvPr/>
        </p:nvSpPr>
        <p:spPr>
          <a:xfrm>
            <a:off x="8202195" y="5720973"/>
            <a:ext cx="3581730" cy="42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3200" dirty="0"/>
              <a:t>…</a:t>
            </a:r>
            <a:r>
              <a:rPr lang="ja-JP" altLang="en-US" sz="3200" dirty="0"/>
              <a:t>と、いうわけで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84488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081405-EB11-5130-735D-0D3319991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11" y="54430"/>
            <a:ext cx="11887198" cy="1284514"/>
          </a:xfrm>
        </p:spPr>
        <p:txBody>
          <a:bodyPr>
            <a:normAutofit/>
          </a:bodyPr>
          <a:lstStyle/>
          <a:p>
            <a:r>
              <a:rPr lang="ja-JP" altLang="en-US" sz="7200" dirty="0"/>
              <a:t>今</a:t>
            </a:r>
            <a:r>
              <a:rPr lang="ja-JP" altLang="en-US" sz="5400" dirty="0"/>
              <a:t>回</a:t>
            </a:r>
            <a:r>
              <a:rPr lang="ja-JP" altLang="en-US" sz="4800" dirty="0"/>
              <a:t>の</a:t>
            </a:r>
            <a:r>
              <a:rPr lang="ja-JP" altLang="en-US" sz="7200" dirty="0"/>
              <a:t>成</a:t>
            </a:r>
            <a:r>
              <a:rPr lang="ja-JP" altLang="en-US" sz="5400" dirty="0"/>
              <a:t>果</a:t>
            </a:r>
            <a:r>
              <a:rPr lang="ja-JP" altLang="en-US" sz="6600" dirty="0"/>
              <a:t>目</a:t>
            </a:r>
            <a:r>
              <a:rPr lang="ja-JP" altLang="en-US" sz="5400" dirty="0"/>
              <a:t>標</a:t>
            </a:r>
            <a:endParaRPr kumimoji="1" lang="ja-JP" altLang="en-US" sz="4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A2427B-FB71-0C00-32D8-BF5025134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12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9A0D667E-38E9-715B-DC10-28BF31D00B6F}"/>
              </a:ext>
            </a:extLst>
          </p:cNvPr>
          <p:cNvSpPr txBox="1">
            <a:spLocks/>
          </p:cNvSpPr>
          <p:nvPr/>
        </p:nvSpPr>
        <p:spPr>
          <a:xfrm>
            <a:off x="1696068" y="1859623"/>
            <a:ext cx="9146474" cy="17087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5400" dirty="0">
                <a:latin typeface="+mj-ea"/>
                <a:ea typeface="+mj-ea"/>
              </a:rPr>
              <a:t>WAM-Studio</a:t>
            </a:r>
            <a:r>
              <a:rPr lang="ja-JP" altLang="en-US" sz="5400" dirty="0">
                <a:latin typeface="+mj-ea"/>
                <a:ea typeface="+mj-ea"/>
              </a:rPr>
              <a:t>を改良して、</a:t>
            </a:r>
            <a:endParaRPr lang="en-US" altLang="ja-JP" sz="54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altLang="ja-JP" sz="5400" dirty="0">
                <a:latin typeface="+mj-ea"/>
                <a:ea typeface="+mj-ea"/>
              </a:rPr>
              <a:t>DAWIY</a:t>
            </a:r>
            <a:r>
              <a:rPr lang="ja-JP" altLang="en-US" sz="5400" dirty="0">
                <a:latin typeface="+mj-ea"/>
                <a:ea typeface="+mj-ea"/>
              </a:rPr>
              <a:t>の土台にする</a:t>
            </a:r>
            <a:endParaRPr lang="en-US" altLang="ja-JP" sz="5400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8725D35-EE50-B2E5-AC28-6E073CFDFD2F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56B4F15-D9F1-A0FF-44E3-5D831B98566B}"/>
              </a:ext>
            </a:extLst>
          </p:cNvPr>
          <p:cNvSpPr txBox="1"/>
          <p:nvPr/>
        </p:nvSpPr>
        <p:spPr>
          <a:xfrm>
            <a:off x="1284270" y="3672007"/>
            <a:ext cx="9887878" cy="2256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ja-JP" altLang="en-US" sz="4000" dirty="0"/>
              <a:t>  基本のDAWシーケンス編集機能がある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ja-JP" altLang="en-US" sz="4000" dirty="0"/>
              <a:t>  dawproject入出力を可能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ja-JP" altLang="en-US" sz="4000" dirty="0"/>
              <a:t>  機能の自由な追加・削除ができる</a:t>
            </a:r>
          </a:p>
        </p:txBody>
      </p:sp>
    </p:spTree>
    <p:extLst>
      <p:ext uri="{BB962C8B-B14F-4D97-AF65-F5344CB8AC3E}">
        <p14:creationId xmlns:p14="http://schemas.microsoft.com/office/powerpoint/2010/main" val="1985126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9C966D-42A6-0348-47A6-9CB9D2B1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36F5EE-4ABD-EF85-220D-4F6A449C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11" y="54430"/>
            <a:ext cx="11887198" cy="1284514"/>
          </a:xfrm>
        </p:spPr>
        <p:txBody>
          <a:bodyPr>
            <a:normAutofit/>
          </a:bodyPr>
          <a:lstStyle/>
          <a:p>
            <a:r>
              <a:rPr lang="ja-JP" altLang="en-US" sz="7200" dirty="0"/>
              <a:t>今</a:t>
            </a:r>
            <a:r>
              <a:rPr lang="ja-JP" altLang="en-US" sz="5400" dirty="0"/>
              <a:t>回</a:t>
            </a:r>
            <a:r>
              <a:rPr lang="ja-JP" altLang="en-US" sz="4800" dirty="0"/>
              <a:t>の</a:t>
            </a:r>
            <a:r>
              <a:rPr lang="ja-JP" altLang="en-US" sz="7200" dirty="0"/>
              <a:t>成</a:t>
            </a:r>
            <a:r>
              <a:rPr lang="ja-JP" altLang="en-US" sz="5400" dirty="0"/>
              <a:t>果</a:t>
            </a:r>
            <a:r>
              <a:rPr lang="ja-JP" altLang="en-US" sz="6600" dirty="0"/>
              <a:t>目</a:t>
            </a:r>
            <a:r>
              <a:rPr lang="ja-JP" altLang="en-US" sz="5400" dirty="0"/>
              <a:t>標</a:t>
            </a:r>
            <a:endParaRPr kumimoji="1" lang="ja-JP" altLang="en-US" sz="4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785D0A-B3D0-9B44-2E24-29485562E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13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DB72F9B-D3BB-8B7F-EE6C-B87305D14F3F}"/>
              </a:ext>
            </a:extLst>
          </p:cNvPr>
          <p:cNvSpPr txBox="1">
            <a:spLocks/>
          </p:cNvSpPr>
          <p:nvPr/>
        </p:nvSpPr>
        <p:spPr>
          <a:xfrm>
            <a:off x="1696068" y="1859623"/>
            <a:ext cx="9146474" cy="17087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5400" dirty="0">
                <a:latin typeface="+mj-ea"/>
                <a:ea typeface="+mj-ea"/>
              </a:rPr>
              <a:t>WAM-Studio</a:t>
            </a:r>
            <a:r>
              <a:rPr lang="ja-JP" altLang="en-US" sz="5400" dirty="0">
                <a:latin typeface="+mj-ea"/>
                <a:ea typeface="+mj-ea"/>
              </a:rPr>
              <a:t>を改良して、</a:t>
            </a:r>
            <a:endParaRPr lang="en-US" altLang="ja-JP" sz="54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altLang="ja-JP" sz="5400" dirty="0">
                <a:latin typeface="+mj-ea"/>
                <a:ea typeface="+mj-ea"/>
              </a:rPr>
              <a:t>DAWIY</a:t>
            </a:r>
            <a:r>
              <a:rPr lang="ja-JP" altLang="en-US" sz="5400" dirty="0">
                <a:latin typeface="+mj-ea"/>
                <a:ea typeface="+mj-ea"/>
              </a:rPr>
              <a:t>の土台にする</a:t>
            </a:r>
            <a:endParaRPr lang="en-US" altLang="ja-JP" sz="5400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6190732-10C0-EA83-F684-CB1C42D17ECA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BF15CB3-AE8E-C1CF-A074-C01805D23E3B}"/>
              </a:ext>
            </a:extLst>
          </p:cNvPr>
          <p:cNvSpPr txBox="1"/>
          <p:nvPr/>
        </p:nvSpPr>
        <p:spPr>
          <a:xfrm>
            <a:off x="1284269" y="3672007"/>
            <a:ext cx="10488629" cy="2256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ja-JP" altLang="en-US" sz="4000" dirty="0">
                <a:solidFill>
                  <a:schemeClr val="bg1">
                    <a:lumMod val="85000"/>
                  </a:schemeClr>
                </a:solidFill>
              </a:rPr>
              <a:t>  基本のDAWシーケンス編集機能がある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ja-JP" altLang="en-US" sz="4000" dirty="0">
                <a:solidFill>
                  <a:schemeClr val="bg1">
                    <a:lumMod val="85000"/>
                  </a:schemeClr>
                </a:solidFill>
              </a:rPr>
              <a:t>  dawproject入出力を可能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ja-JP" altLang="en-US" sz="4000" dirty="0"/>
              <a:t>  </a:t>
            </a:r>
            <a:r>
              <a:rPr lang="ja-JP" altLang="en-US" sz="4000" dirty="0">
                <a:latin typeface="+mj-ea"/>
                <a:ea typeface="+mj-ea"/>
              </a:rPr>
              <a:t>機能の自由な追加・削除ができる ← 重要</a:t>
            </a:r>
          </a:p>
        </p:txBody>
      </p:sp>
    </p:spTree>
    <p:extLst>
      <p:ext uri="{BB962C8B-B14F-4D97-AF65-F5344CB8AC3E}">
        <p14:creationId xmlns:p14="http://schemas.microsoft.com/office/powerpoint/2010/main" val="470406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F6DC2-3A56-CF1F-4FD0-C7B3A5EF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12" y="120622"/>
            <a:ext cx="6415758" cy="1055171"/>
          </a:xfrm>
        </p:spPr>
        <p:txBody>
          <a:bodyPr>
            <a:normAutofit/>
          </a:bodyPr>
          <a:lstStyle/>
          <a:p>
            <a:r>
              <a:rPr lang="ja-JP" altLang="en-US" sz="6700" dirty="0"/>
              <a:t>や</a:t>
            </a:r>
            <a:r>
              <a:rPr lang="ja-JP" altLang="en-US" sz="5400" dirty="0"/>
              <a:t>ったこと</a:t>
            </a:r>
            <a:r>
              <a:rPr lang="ja-JP" altLang="en-US" sz="6600" dirty="0"/>
              <a:t>①</a:t>
            </a:r>
            <a:endParaRPr kumimoji="1" lang="ja-JP" altLang="en-US" sz="5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38F563-C3AF-F697-A3E3-747299932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14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8CE5C71-0006-BF0E-0ED4-58B5AF8AD281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FBFFE6C4-CCF4-B346-DF4D-C5F297560C0E}"/>
              </a:ext>
            </a:extLst>
          </p:cNvPr>
          <p:cNvSpPr txBox="1">
            <a:spLocks/>
          </p:cNvSpPr>
          <p:nvPr/>
        </p:nvSpPr>
        <p:spPr>
          <a:xfrm>
            <a:off x="767129" y="2228732"/>
            <a:ext cx="5002026" cy="687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4000" dirty="0">
                <a:latin typeface="+mj-ea"/>
                <a:ea typeface="+mj-ea"/>
              </a:rPr>
              <a:t>ピアノロール</a:t>
            </a:r>
            <a:r>
              <a:rPr lang="ja-JP" altLang="en-US" sz="3600" dirty="0">
                <a:latin typeface="+mj-ea"/>
                <a:ea typeface="+mj-ea"/>
              </a:rPr>
              <a:t>の</a:t>
            </a:r>
            <a:r>
              <a:rPr lang="ja-JP" altLang="en-US" sz="4000" dirty="0">
                <a:latin typeface="+mj-ea"/>
                <a:ea typeface="+mj-ea"/>
              </a:rPr>
              <a:t>実装</a:t>
            </a:r>
            <a:endParaRPr lang="en-US" altLang="ja-JP" sz="4000" dirty="0">
              <a:latin typeface="+mj-ea"/>
              <a:ea typeface="+mj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482DFE9-5D66-7958-1763-9282FC8ED14A}"/>
              </a:ext>
            </a:extLst>
          </p:cNvPr>
          <p:cNvSpPr txBox="1"/>
          <p:nvPr/>
        </p:nvSpPr>
        <p:spPr>
          <a:xfrm>
            <a:off x="767129" y="1489058"/>
            <a:ext cx="84647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/>
              <a:t>基本のDAWシーケンス編集機能を作るために</a:t>
            </a:r>
            <a:r>
              <a:rPr lang="en-US" altLang="ja-JP" sz="2800" dirty="0"/>
              <a:t>…</a:t>
            </a:r>
            <a:endParaRPr lang="ja-JP" altLang="en-US" sz="2800" dirty="0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0B4FE377-16CA-78DA-D372-A924CB24DF50}"/>
              </a:ext>
            </a:extLst>
          </p:cNvPr>
          <p:cNvSpPr txBox="1">
            <a:spLocks/>
          </p:cNvSpPr>
          <p:nvPr/>
        </p:nvSpPr>
        <p:spPr>
          <a:xfrm>
            <a:off x="1198448" y="2982677"/>
            <a:ext cx="4287886" cy="3157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ja-JP" altLang="en-US" dirty="0"/>
              <a:t>ノートの追加・削除</a:t>
            </a:r>
            <a:endParaRPr lang="en-US" altLang="ja-JP" dirty="0"/>
          </a:p>
          <a:p>
            <a:pPr>
              <a:spcBef>
                <a:spcPts val="1200"/>
              </a:spcBef>
            </a:pPr>
            <a:r>
              <a:rPr lang="ja-JP" altLang="en-US" dirty="0"/>
              <a:t>再生バー</a:t>
            </a:r>
            <a:endParaRPr lang="en-US" altLang="ja-JP" dirty="0"/>
          </a:p>
          <a:p>
            <a:pPr>
              <a:spcBef>
                <a:spcPts val="1200"/>
              </a:spcBef>
            </a:pPr>
            <a:r>
              <a:rPr lang="ja-JP" altLang="en-US" dirty="0"/>
              <a:t>ノートの伸び縮み</a:t>
            </a:r>
            <a:endParaRPr lang="en-US" altLang="ja-JP" dirty="0"/>
          </a:p>
          <a:p>
            <a:pPr>
              <a:spcBef>
                <a:spcPts val="1200"/>
              </a:spcBef>
            </a:pPr>
            <a:r>
              <a:rPr lang="ja-JP" altLang="en-US" dirty="0"/>
              <a:t>直感的な範囲選択</a:t>
            </a:r>
            <a:endParaRPr lang="en-US" altLang="ja-JP" dirty="0"/>
          </a:p>
          <a:p>
            <a:r>
              <a:rPr lang="ja-JP" altLang="en-US" dirty="0"/>
              <a:t>ショートカットキー   </a:t>
            </a:r>
            <a:r>
              <a:rPr lang="en-US" altLang="ja-JP" sz="2000" dirty="0"/>
              <a:t>etc.</a:t>
            </a:r>
            <a:endParaRPr lang="en-US" altLang="ja-JP" dirty="0"/>
          </a:p>
        </p:txBody>
      </p:sp>
      <p:pic>
        <p:nvPicPr>
          <p:cNvPr id="9" name="図 8" descr="スコアボード, モニター, 座る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A4F80BB-DC23-2740-EBDE-4F015476C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554" y="2134449"/>
            <a:ext cx="5468661" cy="400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69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F6DC2-3A56-CF1F-4FD0-C7B3A5EF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6700" dirty="0"/>
              <a:t>や</a:t>
            </a:r>
            <a:r>
              <a:rPr lang="ja-JP" altLang="en-US" sz="5400" dirty="0"/>
              <a:t>ったこと</a:t>
            </a:r>
            <a:r>
              <a:rPr lang="ja-JP" altLang="en-US" sz="6600" dirty="0"/>
              <a:t>②</a:t>
            </a:r>
            <a:endParaRPr kumimoji="1" lang="ja-JP" altLang="en-US" sz="5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38F563-C3AF-F697-A3E3-747299932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15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8CE5C71-0006-BF0E-0ED4-58B5AF8AD281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62275B28-395F-C850-F659-0F2E6B331888}"/>
              </a:ext>
            </a:extLst>
          </p:cNvPr>
          <p:cNvSpPr txBox="1">
            <a:spLocks/>
          </p:cNvSpPr>
          <p:nvPr/>
        </p:nvSpPr>
        <p:spPr>
          <a:xfrm>
            <a:off x="858825" y="1636846"/>
            <a:ext cx="10214459" cy="687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4000" dirty="0">
                <a:latin typeface="+mj-ea"/>
                <a:ea typeface="+mj-ea"/>
              </a:rPr>
              <a:t>dawproject</a:t>
            </a:r>
            <a:r>
              <a:rPr lang="ja-JP" altLang="en-US" sz="4000" dirty="0">
                <a:latin typeface="+mj-ea"/>
                <a:ea typeface="+mj-ea"/>
              </a:rPr>
              <a:t>ファイルの入出力機能の追加</a:t>
            </a:r>
            <a:endParaRPr lang="en-US" altLang="ja-JP" sz="4000" dirty="0">
              <a:latin typeface="+mj-ea"/>
              <a:ea typeface="+mj-ea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0C1A2CE-2268-4BA3-F341-A8B99E54CDEF}"/>
              </a:ext>
            </a:extLst>
          </p:cNvPr>
          <p:cNvSpPr txBox="1">
            <a:spLocks/>
          </p:cNvSpPr>
          <p:nvPr/>
        </p:nvSpPr>
        <p:spPr>
          <a:xfrm>
            <a:off x="1364168" y="2432887"/>
            <a:ext cx="9788246" cy="10101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ja-JP" dirty="0"/>
              <a:t>dawproject</a:t>
            </a:r>
            <a:r>
              <a:rPr lang="ja-JP" altLang="en-US" dirty="0"/>
              <a:t>を読み込み、プロジェクトとして展開</a:t>
            </a:r>
            <a:endParaRPr lang="en-US" altLang="ja-JP" dirty="0"/>
          </a:p>
          <a:p>
            <a:pPr>
              <a:spcBef>
                <a:spcPts val="1200"/>
              </a:spcBef>
            </a:pPr>
            <a:r>
              <a:rPr lang="en-US" altLang="ja-JP" dirty="0"/>
              <a:t>DAW</a:t>
            </a:r>
            <a:r>
              <a:rPr lang="ja-JP" altLang="en-US" dirty="0"/>
              <a:t>上のイベント等を読み取り、</a:t>
            </a:r>
            <a:r>
              <a:rPr lang="en-US" altLang="ja-JP" dirty="0"/>
              <a:t>.dawproject</a:t>
            </a:r>
            <a:r>
              <a:rPr lang="ja-JP" altLang="en-US" dirty="0"/>
              <a:t>に出力</a:t>
            </a:r>
            <a:endParaRPr lang="en-US" altLang="ja-JP" dirty="0"/>
          </a:p>
        </p:txBody>
      </p:sp>
      <p:pic>
        <p:nvPicPr>
          <p:cNvPr id="13" name="図 12" descr="グラフィカル ユーザー インターフェイス">
            <a:extLst>
              <a:ext uri="{FF2B5EF4-FFF2-40B4-BE49-F238E27FC236}">
                <a16:creationId xmlns:a16="http://schemas.microsoft.com/office/drawing/2014/main" id="{D27687B5-A048-A8B3-D15C-9C778015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75" r="10577"/>
          <a:stretch>
            <a:fillRect/>
          </a:stretch>
        </p:blipFill>
        <p:spPr>
          <a:xfrm>
            <a:off x="763674" y="3634148"/>
            <a:ext cx="3084844" cy="2448459"/>
          </a:xfrm>
          <a:prstGeom prst="rect">
            <a:avLst/>
          </a:prstGeom>
        </p:spPr>
      </p:pic>
      <p:pic>
        <p:nvPicPr>
          <p:cNvPr id="15" name="図 14" descr="モニター画面に映るウェブサイト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18B817DF-51E2-4697-13C6-3CCBB57C50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02"/>
          <a:stretch>
            <a:fillRect/>
          </a:stretch>
        </p:blipFill>
        <p:spPr>
          <a:xfrm>
            <a:off x="4403133" y="3634148"/>
            <a:ext cx="3214902" cy="2448459"/>
          </a:xfrm>
          <a:prstGeom prst="rect">
            <a:avLst/>
          </a:prstGeom>
        </p:spPr>
      </p:pic>
      <p:pic>
        <p:nvPicPr>
          <p:cNvPr id="17" name="図 16" descr="タイムライ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4FE4D5-4D9E-82B8-10CF-8F9F8D811B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468"/>
          <a:stretch>
            <a:fillRect/>
          </a:stretch>
        </p:blipFill>
        <p:spPr>
          <a:xfrm>
            <a:off x="8112363" y="3634149"/>
            <a:ext cx="3407410" cy="2448458"/>
          </a:xfrm>
          <a:prstGeom prst="rect">
            <a:avLst/>
          </a:prstGeom>
        </p:spPr>
      </p:pic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395118A6-5912-4DBD-7AE4-F49624CE2465}"/>
              </a:ext>
            </a:extLst>
          </p:cNvPr>
          <p:cNvCxnSpPr/>
          <p:nvPr/>
        </p:nvCxnSpPr>
        <p:spPr>
          <a:xfrm>
            <a:off x="3729894" y="4871277"/>
            <a:ext cx="803868" cy="0"/>
          </a:xfrm>
          <a:prstGeom prst="straightConnector1">
            <a:avLst/>
          </a:prstGeom>
          <a:ln w="254000">
            <a:solidFill>
              <a:srgbClr val="FF825B"/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2D8A9046-23A8-AF5C-371D-919E33D85E36}"/>
              </a:ext>
            </a:extLst>
          </p:cNvPr>
          <p:cNvCxnSpPr/>
          <p:nvPr/>
        </p:nvCxnSpPr>
        <p:spPr>
          <a:xfrm>
            <a:off x="7487977" y="4941615"/>
            <a:ext cx="803868" cy="0"/>
          </a:xfrm>
          <a:prstGeom prst="straightConnector1">
            <a:avLst/>
          </a:prstGeom>
          <a:ln w="254000">
            <a:solidFill>
              <a:srgbClr val="FF5B5B"/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09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064DE6-1C5F-7523-1A01-A257E61B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EE7133-8C0F-BBFD-BF1C-FCD02209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6700" dirty="0"/>
              <a:t>や</a:t>
            </a:r>
            <a:r>
              <a:rPr lang="ja-JP" altLang="en-US" sz="5400" dirty="0"/>
              <a:t>ったこと</a:t>
            </a:r>
            <a:r>
              <a:rPr lang="ja-JP" altLang="en-US" sz="6600" dirty="0"/>
              <a:t>③</a:t>
            </a:r>
            <a:endParaRPr kumimoji="1" lang="ja-JP" altLang="en-US" sz="5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D6BE6C-6F30-1466-F21D-C935AFE18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16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6D6B083-9AD1-8E5D-70FE-69C99193D94B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AE58323-A736-D26D-7C1A-02B56A7F5EC8}"/>
              </a:ext>
            </a:extLst>
          </p:cNvPr>
          <p:cNvSpPr txBox="1"/>
          <p:nvPr/>
        </p:nvSpPr>
        <p:spPr>
          <a:xfrm>
            <a:off x="813919" y="1603939"/>
            <a:ext cx="9425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/>
              <a:t>いきなり「機能の自由な追加・削除」</a:t>
            </a:r>
            <a:r>
              <a:rPr lang="en-US" altLang="ja-JP" sz="2800" dirty="0"/>
              <a:t>…</a:t>
            </a:r>
            <a:r>
              <a:rPr lang="ja-JP" altLang="en-US" sz="2800" dirty="0"/>
              <a:t>は難しいので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35A0884-5ED8-6A0D-62BB-AE7989BF7BCC}"/>
              </a:ext>
            </a:extLst>
          </p:cNvPr>
          <p:cNvSpPr txBox="1">
            <a:spLocks/>
          </p:cNvSpPr>
          <p:nvPr/>
        </p:nvSpPr>
        <p:spPr>
          <a:xfrm>
            <a:off x="1021007" y="2207546"/>
            <a:ext cx="10214459" cy="687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900" dirty="0">
                <a:latin typeface="+mj-ea"/>
                <a:ea typeface="+mj-ea"/>
              </a:rPr>
              <a:t>第</a:t>
            </a:r>
            <a:r>
              <a:rPr lang="en-US" altLang="ja-JP" sz="4000" dirty="0">
                <a:latin typeface="+mj-ea"/>
                <a:ea typeface="+mj-ea"/>
              </a:rPr>
              <a:t>1</a:t>
            </a:r>
            <a:r>
              <a:rPr lang="ja-JP" altLang="en-US" sz="3900" dirty="0">
                <a:latin typeface="+mj-ea"/>
                <a:ea typeface="+mj-ea"/>
              </a:rPr>
              <a:t>弾</a:t>
            </a:r>
            <a:r>
              <a:rPr lang="ja-JP" altLang="en-US" sz="3500" dirty="0">
                <a:latin typeface="+mj-ea"/>
                <a:ea typeface="+mj-ea"/>
              </a:rPr>
              <a:t>として、</a:t>
            </a:r>
            <a:r>
              <a:rPr lang="ja-JP" altLang="en-US" sz="4000" u="sng" dirty="0">
                <a:latin typeface="+mj-ea"/>
                <a:ea typeface="+mj-ea"/>
              </a:rPr>
              <a:t>確率的メロディ生成機能</a:t>
            </a:r>
            <a:r>
              <a:rPr lang="ja-JP" altLang="en-US" sz="3500" dirty="0">
                <a:latin typeface="+mj-ea"/>
                <a:ea typeface="+mj-ea"/>
              </a:rPr>
              <a:t>を実装</a:t>
            </a:r>
            <a:endParaRPr lang="en-US" altLang="ja-JP" sz="4000" dirty="0">
              <a:latin typeface="+mj-ea"/>
              <a:ea typeface="+mj-ea"/>
            </a:endParaRPr>
          </a:p>
        </p:txBody>
      </p:sp>
      <p:pic>
        <p:nvPicPr>
          <p:cNvPr id="12" name="図 11" descr="グラフィカル ユーザー インターフェイス, アプリケーション">
            <a:extLst>
              <a:ext uri="{FF2B5EF4-FFF2-40B4-BE49-F238E27FC236}">
                <a16:creationId xmlns:a16="http://schemas.microsoft.com/office/drawing/2014/main" id="{2F984F85-6898-295D-1CEC-814857219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58" y="3586714"/>
            <a:ext cx="3978333" cy="1673557"/>
          </a:xfrm>
          <a:prstGeom prst="rect">
            <a:avLst/>
          </a:prstGeom>
        </p:spPr>
      </p:pic>
      <p:pic>
        <p:nvPicPr>
          <p:cNvPr id="16" name="図 15" descr="グリーン, 時計, 座る が含まれている画像">
            <a:extLst>
              <a:ext uri="{FF2B5EF4-FFF2-40B4-BE49-F238E27FC236}">
                <a16:creationId xmlns:a16="http://schemas.microsoft.com/office/drawing/2014/main" id="{4457A670-DA65-B2FF-DDD8-D09EB9AD3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624" y="3086333"/>
            <a:ext cx="2755546" cy="2978969"/>
          </a:xfrm>
          <a:prstGeom prst="rect">
            <a:avLst/>
          </a:prstGeom>
        </p:spPr>
      </p:pic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20846E7-D8D5-2015-FE74-FBC443CA6489}"/>
              </a:ext>
            </a:extLst>
          </p:cNvPr>
          <p:cNvCxnSpPr/>
          <p:nvPr/>
        </p:nvCxnSpPr>
        <p:spPr>
          <a:xfrm>
            <a:off x="4722727" y="4423492"/>
            <a:ext cx="803868" cy="0"/>
          </a:xfrm>
          <a:prstGeom prst="straightConnector1">
            <a:avLst/>
          </a:prstGeom>
          <a:ln w="254000">
            <a:solidFill>
              <a:srgbClr val="00B050"/>
            </a:solidFill>
            <a:headEnd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図 21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2AD62358-DA24-AB96-1D27-4E0F899F2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758" y="4661687"/>
            <a:ext cx="3013242" cy="127501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05D9B4E-E06D-25DA-CADA-C88AB4D62C92}"/>
              </a:ext>
            </a:extLst>
          </p:cNvPr>
          <p:cNvSpPr txBox="1"/>
          <p:nvPr/>
        </p:nvSpPr>
        <p:spPr>
          <a:xfrm>
            <a:off x="8349886" y="3454930"/>
            <a:ext cx="315429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パッケージマネージャー</a:t>
            </a:r>
            <a:endParaRPr lang="en-US" altLang="ja-JP" sz="2000" dirty="0"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  <a:p>
            <a:pPr algn="ctr"/>
            <a:r>
              <a:rPr lang="ja-JP" altLang="en-US" sz="2000" dirty="0"/>
              <a:t>のプロトタイプも実装</a:t>
            </a:r>
            <a:endParaRPr lang="en-US" altLang="ja-JP" sz="2000" dirty="0"/>
          </a:p>
          <a:p>
            <a:pPr algn="ctr"/>
            <a:endParaRPr lang="en-US" altLang="ja-JP" sz="700" dirty="0"/>
          </a:p>
          <a:p>
            <a:pPr algn="ctr"/>
            <a:r>
              <a:rPr lang="ja-JP" altLang="en-US" sz="2000" dirty="0"/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2867371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56C426-A5E2-34BA-4722-07AB7694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700" dirty="0"/>
              <a:t>で</a:t>
            </a:r>
            <a:r>
              <a:rPr kumimoji="1" lang="ja-JP" altLang="en-US" sz="5400" dirty="0"/>
              <a:t>きたこと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3D6DA6-BAB3-2698-BB7C-942B56DFB5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17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FBD4299-73A0-44FA-AF05-0307764E6BAB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39C5EC-3B2F-6381-CD48-3E0FA32E9FF8}"/>
              </a:ext>
            </a:extLst>
          </p:cNvPr>
          <p:cNvSpPr txBox="1">
            <a:spLocks/>
          </p:cNvSpPr>
          <p:nvPr/>
        </p:nvSpPr>
        <p:spPr>
          <a:xfrm>
            <a:off x="879515" y="1697349"/>
            <a:ext cx="11289323" cy="687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4000" dirty="0">
                <a:latin typeface="+mj-ea"/>
                <a:ea typeface="+mj-ea"/>
              </a:rPr>
              <a:t> ピアノロール </a:t>
            </a:r>
            <a:r>
              <a:rPr lang="ja-JP" altLang="en-US" dirty="0">
                <a:latin typeface="+mn-ea"/>
              </a:rPr>
              <a:t>と</a:t>
            </a:r>
            <a:r>
              <a:rPr lang="ja-JP" altLang="en-US" sz="3600" dirty="0">
                <a:latin typeface="+mn-ea"/>
              </a:rPr>
              <a:t> </a:t>
            </a:r>
            <a:r>
              <a:rPr lang="en-US" altLang="ja-JP" sz="4000" dirty="0">
                <a:latin typeface="+mj-ea"/>
                <a:ea typeface="+mj-ea"/>
              </a:rPr>
              <a:t>dawproject </a:t>
            </a:r>
            <a:r>
              <a:rPr lang="ja-JP" altLang="en-US" dirty="0">
                <a:latin typeface="+mn-ea"/>
              </a:rPr>
              <a:t>は</a:t>
            </a:r>
            <a:r>
              <a:rPr lang="ja-JP" altLang="en-US" sz="3600" dirty="0">
                <a:latin typeface="+mn-ea"/>
              </a:rPr>
              <a:t> </a:t>
            </a:r>
            <a:r>
              <a:rPr lang="ja-JP" altLang="en-US" sz="32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そこそこできた</a:t>
            </a:r>
            <a:endParaRPr lang="en-US" altLang="ja-JP" sz="4000" dirty="0"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2A85BB-B805-A7E5-5000-B8DEFDA60583}"/>
              </a:ext>
            </a:extLst>
          </p:cNvPr>
          <p:cNvSpPr txBox="1"/>
          <p:nvPr/>
        </p:nvSpPr>
        <p:spPr>
          <a:xfrm>
            <a:off x="1525752" y="3699416"/>
            <a:ext cx="65229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>
                <a:latin typeface="+mn-ea"/>
              </a:rPr>
              <a:t>今後は階調の概念や和音なども実装？</a:t>
            </a:r>
            <a:endParaRPr lang="en-US" altLang="ja-JP" sz="2800" dirty="0">
              <a:latin typeface="+mn-ea"/>
            </a:endParaRPr>
          </a:p>
          <a:p>
            <a:r>
              <a:rPr lang="ja-JP" altLang="en-US" sz="2800" dirty="0">
                <a:latin typeface="+mn-ea"/>
              </a:rPr>
              <a:t>改善点はまだまだある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7C21C68-FB9F-5535-DCC9-4B61A4036CC0}"/>
              </a:ext>
            </a:extLst>
          </p:cNvPr>
          <p:cNvSpPr txBox="1"/>
          <p:nvPr/>
        </p:nvSpPr>
        <p:spPr>
          <a:xfrm>
            <a:off x="1525752" y="2341053"/>
            <a:ext cx="65229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>
                <a:latin typeface="+mn-ea"/>
              </a:rPr>
              <a:t>ピアノロールは改良の余地あり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54D4BA8-1433-7193-49E0-049F04CF4800}"/>
              </a:ext>
            </a:extLst>
          </p:cNvPr>
          <p:cNvSpPr txBox="1">
            <a:spLocks/>
          </p:cNvSpPr>
          <p:nvPr/>
        </p:nvSpPr>
        <p:spPr>
          <a:xfrm>
            <a:off x="902678" y="3079230"/>
            <a:ext cx="7698712" cy="6876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ja-JP" altLang="en-US" sz="4000" dirty="0">
                <a:latin typeface="+mj-ea"/>
                <a:ea typeface="+mj-ea"/>
              </a:rPr>
              <a:t> </a:t>
            </a:r>
            <a:r>
              <a:rPr kumimoji="1" lang="ja-JP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SemiBold" panose="02000700000000000000" pitchFamily="50" charset="-128"/>
                <a:ea typeface="モボ-SemiBold" panose="02000700000000000000" pitchFamily="50" charset="-128"/>
                <a:cs typeface="+mn-cs"/>
              </a:rPr>
              <a:t>確率的メロディ生成機能 </a:t>
            </a:r>
            <a:r>
              <a:rPr kumimoji="1" lang="ja-JP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Regular"/>
                <a:ea typeface="モボ-Regular"/>
                <a:cs typeface="+mn-cs"/>
              </a:rPr>
              <a:t>もまずまず</a:t>
            </a:r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モボ-Regular"/>
              <a:ea typeface="モボ-Regular"/>
              <a:cs typeface="+mn-cs"/>
            </a:endParaRPr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06B557A4-8E3F-1C05-9AE4-BA1D0343C56D}"/>
              </a:ext>
            </a:extLst>
          </p:cNvPr>
          <p:cNvSpPr txBox="1">
            <a:spLocks/>
          </p:cNvSpPr>
          <p:nvPr/>
        </p:nvSpPr>
        <p:spPr>
          <a:xfrm>
            <a:off x="879516" y="4780888"/>
            <a:ext cx="8706612" cy="687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/>
                <a:ea typeface="モボ-Bold"/>
                <a:cs typeface="+mn-cs"/>
              </a:rPr>
              <a:t> 機能の自由な追加・削除 </a:t>
            </a:r>
            <a:r>
              <a:rPr kumimoji="1" lang="ja-JP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Regular"/>
                <a:ea typeface="モボ-Regular"/>
                <a:cs typeface="+mn-cs"/>
              </a:rPr>
              <a:t>には </a:t>
            </a:r>
            <a:r>
              <a:rPr kumimoji="1" lang="ja-JP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/>
                <a:ea typeface="モボ-Bold"/>
                <a:cs typeface="+mn-cs"/>
              </a:rPr>
              <a:t>程遠い</a:t>
            </a:r>
            <a:endParaRPr lang="en-US" altLang="ja-JP" sz="4000" dirty="0"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DA1D378-961C-7A15-F7DD-2019E55761FF}"/>
              </a:ext>
            </a:extLst>
          </p:cNvPr>
          <p:cNvSpPr txBox="1"/>
          <p:nvPr/>
        </p:nvSpPr>
        <p:spPr>
          <a:xfrm>
            <a:off x="1525752" y="5468581"/>
            <a:ext cx="9904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>
                <a:latin typeface="+mn-ea"/>
              </a:rPr>
              <a:t>サーバとの連携・インストール等々</a:t>
            </a:r>
            <a:r>
              <a:rPr lang="en-US" altLang="ja-JP" sz="2800" dirty="0">
                <a:latin typeface="+mn-ea"/>
              </a:rPr>
              <a:t>…</a:t>
            </a:r>
            <a:r>
              <a:rPr lang="ja-JP" altLang="en-US" sz="2800" dirty="0">
                <a:latin typeface="+mn-ea"/>
              </a:rPr>
              <a:t>  課題は山積み</a:t>
            </a:r>
          </a:p>
        </p:txBody>
      </p:sp>
    </p:spTree>
    <p:extLst>
      <p:ext uri="{BB962C8B-B14F-4D97-AF65-F5344CB8AC3E}">
        <p14:creationId xmlns:p14="http://schemas.microsoft.com/office/powerpoint/2010/main" val="2841494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1EA3D7-81E8-ECF8-6276-B9715D40D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6600" dirty="0"/>
              <a:t>高</a:t>
            </a:r>
            <a:r>
              <a:rPr lang="ja-JP" altLang="en-US" sz="5400" dirty="0"/>
              <a:t>校</a:t>
            </a:r>
            <a:r>
              <a:rPr lang="ja-JP" altLang="en-US" dirty="0"/>
              <a:t>から</a:t>
            </a:r>
            <a:r>
              <a:rPr lang="en-US" altLang="ja-JP" sz="5400" dirty="0"/>
              <a:t>2025</a:t>
            </a:r>
            <a:r>
              <a:rPr lang="ja-JP" altLang="en-US" sz="6000" dirty="0"/>
              <a:t>夏</a:t>
            </a:r>
            <a:r>
              <a:rPr lang="ja-JP" altLang="en-US" sz="4800" dirty="0"/>
              <a:t>まで</a:t>
            </a:r>
            <a:endParaRPr kumimoji="1" lang="ja-JP" altLang="en-US" sz="4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A3F777-CA33-3C8F-5DAA-A351AE50C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0ED1C7-8A26-48CF-81C0-2A5ADFEC2E18}" type="slidenum">
              <a:rPr lang="ja-JP" altLang="en-US" smtClean="0"/>
              <a:pPr/>
              <a:t>18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pic>
        <p:nvPicPr>
          <p:cNvPr id="8" name="図 7" descr="グラフィカル ユーザー インターフェイス, アプリケーション, テーブル, Excel&#10;&#10;AI 生成コンテンツは誤りを含む可能性があります。">
            <a:extLst>
              <a:ext uri="{FF2B5EF4-FFF2-40B4-BE49-F238E27FC236}">
                <a16:creationId xmlns:a16="http://schemas.microsoft.com/office/drawing/2014/main" id="{7432A55C-237A-AD1E-F3AA-1B16C9F1F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74" y="1605055"/>
            <a:ext cx="7164781" cy="4030189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0BD9595-1FB2-2ABB-73D3-D714D5FF9054}"/>
              </a:ext>
            </a:extLst>
          </p:cNvPr>
          <p:cNvSpPr/>
          <p:nvPr/>
        </p:nvSpPr>
        <p:spPr>
          <a:xfrm>
            <a:off x="483576" y="1366887"/>
            <a:ext cx="11289323" cy="5051498"/>
          </a:xfrm>
          <a:prstGeom prst="roundRect">
            <a:avLst>
              <a:gd name="adj" fmla="val 880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E8BD57E8-22E8-A3DD-36E6-6B8E4D908AA5}"/>
              </a:ext>
            </a:extLst>
          </p:cNvPr>
          <p:cNvSpPr txBox="1">
            <a:spLocks/>
          </p:cNvSpPr>
          <p:nvPr/>
        </p:nvSpPr>
        <p:spPr>
          <a:xfrm>
            <a:off x="586157" y="1531562"/>
            <a:ext cx="1636989" cy="683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4000" dirty="0">
                <a:latin typeface="+mj-ea"/>
                <a:ea typeface="+mj-ea"/>
              </a:rPr>
              <a:t>GriCo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57EDB50D-2993-ECDC-A331-32E1DECD78AA}"/>
              </a:ext>
            </a:extLst>
          </p:cNvPr>
          <p:cNvSpPr txBox="1">
            <a:spLocks/>
          </p:cNvSpPr>
          <p:nvPr/>
        </p:nvSpPr>
        <p:spPr>
          <a:xfrm>
            <a:off x="774615" y="2276727"/>
            <a:ext cx="3827529" cy="140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400" dirty="0"/>
              <a:t>Excel</a:t>
            </a:r>
            <a:r>
              <a:rPr lang="ja-JP" altLang="en-US" sz="2400" dirty="0"/>
              <a:t>のマクロを用いた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dirty="0">
                <a:latin typeface="+mj-ea"/>
                <a:ea typeface="+mj-ea"/>
              </a:rPr>
              <a:t>確率的メロディ生成</a:t>
            </a:r>
            <a:endParaRPr lang="en-US" altLang="ja-JP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2400" dirty="0"/>
              <a:t>システム</a:t>
            </a:r>
            <a:endParaRPr lang="en-US" altLang="ja-JP" sz="2400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53A4C69E-FF9A-625B-1689-745968DCFFAC}"/>
              </a:ext>
            </a:extLst>
          </p:cNvPr>
          <p:cNvSpPr txBox="1">
            <a:spLocks/>
          </p:cNvSpPr>
          <p:nvPr/>
        </p:nvSpPr>
        <p:spPr>
          <a:xfrm>
            <a:off x="1127877" y="3739896"/>
            <a:ext cx="3121003" cy="1325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000" dirty="0"/>
              <a:t>メロディの生成</a:t>
            </a:r>
            <a:endParaRPr lang="en-US" altLang="ja-JP" sz="2000" dirty="0"/>
          </a:p>
          <a:p>
            <a:r>
              <a:rPr lang="en-US" altLang="ja-JP" sz="2000" dirty="0"/>
              <a:t>MIDI</a:t>
            </a:r>
            <a:r>
              <a:rPr lang="ja-JP" altLang="en-US" sz="2000" dirty="0"/>
              <a:t>ファイルへの出力</a:t>
            </a:r>
            <a:endParaRPr lang="en-US" altLang="ja-JP" sz="2000" dirty="0"/>
          </a:p>
          <a:p>
            <a:r>
              <a:rPr lang="en-US" altLang="ja-JP" sz="2000" dirty="0"/>
              <a:t>MIDI</a:t>
            </a:r>
            <a:r>
              <a:rPr lang="ja-JP" altLang="en-US" sz="2000" dirty="0"/>
              <a:t>の演奏・再生</a:t>
            </a:r>
            <a:endParaRPr lang="en-US" altLang="ja-JP" sz="2000" dirty="0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F8E7837F-B8D0-B0CA-B517-10094F43369A}"/>
              </a:ext>
            </a:extLst>
          </p:cNvPr>
          <p:cNvSpPr txBox="1">
            <a:spLocks/>
          </p:cNvSpPr>
          <p:nvPr/>
        </p:nvSpPr>
        <p:spPr>
          <a:xfrm>
            <a:off x="1067569" y="5065847"/>
            <a:ext cx="1469933" cy="500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/>
              <a:t>が可能</a:t>
            </a:r>
            <a:endParaRPr lang="en-US" altLang="ja-JP" sz="2400" dirty="0"/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DFBA8598-F7C2-5408-3CCE-5E6CB84EB2D7}"/>
              </a:ext>
            </a:extLst>
          </p:cNvPr>
          <p:cNvSpPr txBox="1">
            <a:spLocks/>
          </p:cNvSpPr>
          <p:nvPr/>
        </p:nvSpPr>
        <p:spPr>
          <a:xfrm>
            <a:off x="2609486" y="5776462"/>
            <a:ext cx="4233441" cy="500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→　なぜこれを作った？</a:t>
            </a:r>
            <a:endParaRPr lang="en-US" altLang="ja-JP" dirty="0"/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84D588D4-B54F-C1C9-01FA-68B20076D38E}"/>
              </a:ext>
            </a:extLst>
          </p:cNvPr>
          <p:cNvSpPr txBox="1">
            <a:spLocks/>
          </p:cNvSpPr>
          <p:nvPr/>
        </p:nvSpPr>
        <p:spPr>
          <a:xfrm>
            <a:off x="6930278" y="5776462"/>
            <a:ext cx="4233441" cy="500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>
                <a:latin typeface="+mj-ea"/>
                <a:ea typeface="+mj-ea"/>
              </a:rPr>
              <a:t>→　実験的な機能</a:t>
            </a:r>
            <a:r>
              <a:rPr lang="ja-JP" altLang="en-US" dirty="0">
                <a:latin typeface="+mn-ea"/>
              </a:rPr>
              <a:t>の</a:t>
            </a:r>
            <a:r>
              <a:rPr lang="en-US" altLang="ja-JP" dirty="0">
                <a:latin typeface="+mn-ea"/>
              </a:rPr>
              <a:t>1</a:t>
            </a:r>
            <a:r>
              <a:rPr lang="ja-JP" altLang="en-US" dirty="0">
                <a:latin typeface="+mn-ea"/>
              </a:rPr>
              <a:t>つ</a:t>
            </a:r>
            <a:endParaRPr lang="en-US" altLang="ja-JP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64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2">
      <a:majorFont>
        <a:latin typeface="モボ-Bold"/>
        <a:ea typeface="モボ-Bold"/>
        <a:cs typeface=""/>
      </a:majorFont>
      <a:minorFont>
        <a:latin typeface="モボ-Regular"/>
        <a:ea typeface="モボ-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6655</TotalTime>
  <Words>943</Words>
  <Application>Microsoft Office PowerPoint</Application>
  <PresentationFormat>ワイド画面</PresentationFormat>
  <Paragraphs>161</Paragraphs>
  <Slides>18</Slides>
  <Notes>2</Notes>
  <HiddenSlides>12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モボ-Bold</vt:lpstr>
      <vt:lpstr>モボ-Regular</vt:lpstr>
      <vt:lpstr>モボ-SemiBold</vt:lpstr>
      <vt:lpstr>游ゴシック</vt:lpstr>
      <vt:lpstr>Arial</vt:lpstr>
      <vt:lpstr>Office テーマ</vt:lpstr>
      <vt:lpstr>PowerPoint プレゼンテーション</vt:lpstr>
      <vt:lpstr>現在私が開発中のリポジトリ</vt:lpstr>
      <vt:lpstr>まとめ</vt:lpstr>
      <vt:lpstr>PowerPoint プレゼンテーション</vt:lpstr>
      <vt:lpstr>DAWIYプラグイン</vt:lpstr>
      <vt:lpstr>まとめ</vt:lpstr>
      <vt:lpstr>背景・目的</vt:lpstr>
      <vt:lpstr>まとめと今後の課題</vt:lpstr>
      <vt:lpstr>先行事例①</vt:lpstr>
      <vt:lpstr>PowerPoint プレゼンテーション</vt:lpstr>
      <vt:lpstr>WAM-Studioをそのまま使えばいいのでは？</vt:lpstr>
      <vt:lpstr>今回の成果目標</vt:lpstr>
      <vt:lpstr>今回の成果目標</vt:lpstr>
      <vt:lpstr>やったこと①</vt:lpstr>
      <vt:lpstr>やったこと②</vt:lpstr>
      <vt:lpstr>やったこと③</vt:lpstr>
      <vt:lpstr>できたこと</vt:lpstr>
      <vt:lpstr>高校から2025夏まで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山崎 承太郎</dc:creator>
  <cp:lastModifiedBy>山崎 承太郎</cp:lastModifiedBy>
  <cp:revision>9</cp:revision>
  <cp:lastPrinted>2025-11-25T16:44:34Z</cp:lastPrinted>
  <dcterms:created xsi:type="dcterms:W3CDTF">2025-11-24T09:23:25Z</dcterms:created>
  <dcterms:modified xsi:type="dcterms:W3CDTF">2026-02-21T06:07:36Z</dcterms:modified>
</cp:coreProperties>
</file>