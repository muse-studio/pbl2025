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23999825" cy="135001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207" userDrawn="1">
          <p15:clr>
            <a:srgbClr val="A4A3A4"/>
          </p15:clr>
        </p15:guide>
        <p15:guide id="2" pos="75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0" d="100"/>
          <a:sy n="40" d="100"/>
        </p:scale>
        <p:origin x="82" y="264"/>
      </p:cViewPr>
      <p:guideLst>
        <p:guide orient="horz" pos="4207"/>
        <p:guide pos="75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800000" cy="18000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99978" y="2209392"/>
            <a:ext cx="17999869" cy="4700035"/>
          </a:xfrm>
        </p:spPr>
        <p:txBody>
          <a:bodyPr anchor="b"/>
          <a:lstStyle>
            <a:lvl1pPr algn="ctr">
              <a:defRPr sz="11811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99978" y="7090679"/>
            <a:ext cx="17999869" cy="3259398"/>
          </a:xfrm>
        </p:spPr>
        <p:txBody>
          <a:bodyPr/>
          <a:lstStyle>
            <a:lvl1pPr marL="0" indent="0" algn="ctr">
              <a:buNone/>
              <a:defRPr sz="4724"/>
            </a:lvl1pPr>
            <a:lvl2pPr marL="899998" indent="0" algn="ctr">
              <a:buNone/>
              <a:defRPr sz="3937"/>
            </a:lvl2pPr>
            <a:lvl3pPr marL="1799996" indent="0" algn="ctr">
              <a:buNone/>
              <a:defRPr sz="3543"/>
            </a:lvl3pPr>
            <a:lvl4pPr marL="2699995" indent="0" algn="ctr">
              <a:buNone/>
              <a:defRPr sz="3150"/>
            </a:lvl4pPr>
            <a:lvl5pPr marL="3599993" indent="0" algn="ctr">
              <a:buNone/>
              <a:defRPr sz="3150"/>
            </a:lvl5pPr>
            <a:lvl6pPr marL="4499991" indent="0" algn="ctr">
              <a:buNone/>
              <a:defRPr sz="3150"/>
            </a:lvl6pPr>
            <a:lvl7pPr marL="5399989" indent="0" algn="ctr">
              <a:buNone/>
              <a:defRPr sz="3150"/>
            </a:lvl7pPr>
            <a:lvl8pPr marL="6299987" indent="0" algn="ctr">
              <a:buNone/>
              <a:defRPr sz="3150"/>
            </a:lvl8pPr>
            <a:lvl9pPr marL="7199986" indent="0" algn="ctr">
              <a:buNone/>
              <a:defRPr sz="315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672594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978276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7488" y="3365652"/>
            <a:ext cx="20699849" cy="5615666"/>
          </a:xfrm>
        </p:spPr>
        <p:txBody>
          <a:bodyPr anchor="b"/>
          <a:lstStyle>
            <a:lvl1pPr>
              <a:defRPr sz="11811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7488" y="9034444"/>
            <a:ext cx="20699849" cy="2953146"/>
          </a:xfrm>
        </p:spPr>
        <p:txBody>
          <a:bodyPr/>
          <a:lstStyle>
            <a:lvl1pPr marL="0" indent="0">
              <a:buNone/>
              <a:defRPr sz="4724">
                <a:solidFill>
                  <a:schemeClr val="tx1">
                    <a:tint val="82000"/>
                  </a:schemeClr>
                </a:solidFill>
              </a:defRPr>
            </a:lvl1pPr>
            <a:lvl2pPr marL="899998" indent="0">
              <a:buNone/>
              <a:defRPr sz="3937">
                <a:solidFill>
                  <a:schemeClr val="tx1">
                    <a:tint val="82000"/>
                  </a:schemeClr>
                </a:solidFill>
              </a:defRPr>
            </a:lvl2pPr>
            <a:lvl3pPr marL="1799996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3pPr>
            <a:lvl4pPr marL="2699995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4pPr>
            <a:lvl5pPr marL="3599993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5pPr>
            <a:lvl6pPr marL="4499991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6pPr>
            <a:lvl7pPr marL="5399989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7pPr>
            <a:lvl8pPr marL="6299987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8pPr>
            <a:lvl9pPr marL="7199986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90966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49988" y="3593777"/>
            <a:ext cx="10199926" cy="8565689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149911" y="3593777"/>
            <a:ext cx="10199926" cy="8565689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3218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53114" y="718756"/>
            <a:ext cx="20699849" cy="2609395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53115" y="3309401"/>
            <a:ext cx="10153050" cy="1621886"/>
          </a:xfrm>
        </p:spPr>
        <p:txBody>
          <a:bodyPr anchor="b"/>
          <a:lstStyle>
            <a:lvl1pPr marL="0" indent="0">
              <a:buNone/>
              <a:defRPr sz="4724" b="1"/>
            </a:lvl1pPr>
            <a:lvl2pPr marL="899998" indent="0">
              <a:buNone/>
              <a:defRPr sz="3937" b="1"/>
            </a:lvl2pPr>
            <a:lvl3pPr marL="1799996" indent="0">
              <a:buNone/>
              <a:defRPr sz="3543" b="1"/>
            </a:lvl3pPr>
            <a:lvl4pPr marL="2699995" indent="0">
              <a:buNone/>
              <a:defRPr sz="3150" b="1"/>
            </a:lvl4pPr>
            <a:lvl5pPr marL="3599993" indent="0">
              <a:buNone/>
              <a:defRPr sz="3150" b="1"/>
            </a:lvl5pPr>
            <a:lvl6pPr marL="4499991" indent="0">
              <a:buNone/>
              <a:defRPr sz="3150" b="1"/>
            </a:lvl6pPr>
            <a:lvl7pPr marL="5399989" indent="0">
              <a:buNone/>
              <a:defRPr sz="3150" b="1"/>
            </a:lvl7pPr>
            <a:lvl8pPr marL="6299987" indent="0">
              <a:buNone/>
              <a:defRPr sz="3150" b="1"/>
            </a:lvl8pPr>
            <a:lvl9pPr marL="7199986" indent="0">
              <a:buNone/>
              <a:defRPr sz="315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53115" y="4931286"/>
            <a:ext cx="10153050" cy="725318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149911" y="3309401"/>
            <a:ext cx="10203052" cy="1621886"/>
          </a:xfrm>
        </p:spPr>
        <p:txBody>
          <a:bodyPr anchor="b"/>
          <a:lstStyle>
            <a:lvl1pPr marL="0" indent="0">
              <a:buNone/>
              <a:defRPr sz="4724" b="1"/>
            </a:lvl1pPr>
            <a:lvl2pPr marL="899998" indent="0">
              <a:buNone/>
              <a:defRPr sz="3937" b="1"/>
            </a:lvl2pPr>
            <a:lvl3pPr marL="1799996" indent="0">
              <a:buNone/>
              <a:defRPr sz="3543" b="1"/>
            </a:lvl3pPr>
            <a:lvl4pPr marL="2699995" indent="0">
              <a:buNone/>
              <a:defRPr sz="3150" b="1"/>
            </a:lvl4pPr>
            <a:lvl5pPr marL="3599993" indent="0">
              <a:buNone/>
              <a:defRPr sz="3150" b="1"/>
            </a:lvl5pPr>
            <a:lvl6pPr marL="4499991" indent="0">
              <a:buNone/>
              <a:defRPr sz="3150" b="1"/>
            </a:lvl6pPr>
            <a:lvl7pPr marL="5399989" indent="0">
              <a:buNone/>
              <a:defRPr sz="3150" b="1"/>
            </a:lvl7pPr>
            <a:lvl8pPr marL="6299987" indent="0">
              <a:buNone/>
              <a:defRPr sz="3150" b="1"/>
            </a:lvl8pPr>
            <a:lvl9pPr marL="7199986" indent="0">
              <a:buNone/>
              <a:defRPr sz="315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149911" y="4931286"/>
            <a:ext cx="10203052" cy="725318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20847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304275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82280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53115" y="900007"/>
            <a:ext cx="7740568" cy="3150023"/>
          </a:xfrm>
        </p:spPr>
        <p:txBody>
          <a:bodyPr anchor="b"/>
          <a:lstStyle>
            <a:lvl1pPr>
              <a:defRPr sz="6299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203052" y="1943765"/>
            <a:ext cx="12149911" cy="9593821"/>
          </a:xfrm>
        </p:spPr>
        <p:txBody>
          <a:bodyPr/>
          <a:lstStyle>
            <a:lvl1pPr>
              <a:defRPr sz="6299"/>
            </a:lvl1pPr>
            <a:lvl2pPr>
              <a:defRPr sz="5512"/>
            </a:lvl2pPr>
            <a:lvl3pPr>
              <a:defRPr sz="4724"/>
            </a:lvl3pPr>
            <a:lvl4pPr>
              <a:defRPr sz="3937"/>
            </a:lvl4pPr>
            <a:lvl5pPr>
              <a:defRPr sz="3937"/>
            </a:lvl5pPr>
            <a:lvl6pPr>
              <a:defRPr sz="3937"/>
            </a:lvl6pPr>
            <a:lvl7pPr>
              <a:defRPr sz="3937"/>
            </a:lvl7pPr>
            <a:lvl8pPr>
              <a:defRPr sz="3937"/>
            </a:lvl8pPr>
            <a:lvl9pPr>
              <a:defRPr sz="3937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53115" y="4050030"/>
            <a:ext cx="7740568" cy="7503182"/>
          </a:xfrm>
        </p:spPr>
        <p:txBody>
          <a:bodyPr/>
          <a:lstStyle>
            <a:lvl1pPr marL="0" indent="0">
              <a:buNone/>
              <a:defRPr sz="3150"/>
            </a:lvl1pPr>
            <a:lvl2pPr marL="899998" indent="0">
              <a:buNone/>
              <a:defRPr sz="2756"/>
            </a:lvl2pPr>
            <a:lvl3pPr marL="1799996" indent="0">
              <a:buNone/>
              <a:defRPr sz="2362"/>
            </a:lvl3pPr>
            <a:lvl4pPr marL="2699995" indent="0">
              <a:buNone/>
              <a:defRPr sz="1968"/>
            </a:lvl4pPr>
            <a:lvl5pPr marL="3599993" indent="0">
              <a:buNone/>
              <a:defRPr sz="1968"/>
            </a:lvl5pPr>
            <a:lvl6pPr marL="4499991" indent="0">
              <a:buNone/>
              <a:defRPr sz="1968"/>
            </a:lvl6pPr>
            <a:lvl7pPr marL="5399989" indent="0">
              <a:buNone/>
              <a:defRPr sz="1968"/>
            </a:lvl7pPr>
            <a:lvl8pPr marL="6299987" indent="0">
              <a:buNone/>
              <a:defRPr sz="1968"/>
            </a:lvl8pPr>
            <a:lvl9pPr marL="7199986" indent="0">
              <a:buNone/>
              <a:defRPr sz="1968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415807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53115" y="900007"/>
            <a:ext cx="7740568" cy="3150023"/>
          </a:xfrm>
        </p:spPr>
        <p:txBody>
          <a:bodyPr anchor="b"/>
          <a:lstStyle>
            <a:lvl1pPr>
              <a:defRPr sz="6299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203052" y="1943765"/>
            <a:ext cx="12149911" cy="9593821"/>
          </a:xfrm>
        </p:spPr>
        <p:txBody>
          <a:bodyPr anchor="t"/>
          <a:lstStyle>
            <a:lvl1pPr marL="0" indent="0">
              <a:buNone/>
              <a:defRPr sz="6299"/>
            </a:lvl1pPr>
            <a:lvl2pPr marL="899998" indent="0">
              <a:buNone/>
              <a:defRPr sz="5512"/>
            </a:lvl2pPr>
            <a:lvl3pPr marL="1799996" indent="0">
              <a:buNone/>
              <a:defRPr sz="4724"/>
            </a:lvl3pPr>
            <a:lvl4pPr marL="2699995" indent="0">
              <a:buNone/>
              <a:defRPr sz="3937"/>
            </a:lvl4pPr>
            <a:lvl5pPr marL="3599993" indent="0">
              <a:buNone/>
              <a:defRPr sz="3937"/>
            </a:lvl5pPr>
            <a:lvl6pPr marL="4499991" indent="0">
              <a:buNone/>
              <a:defRPr sz="3937"/>
            </a:lvl6pPr>
            <a:lvl7pPr marL="5399989" indent="0">
              <a:buNone/>
              <a:defRPr sz="3937"/>
            </a:lvl7pPr>
            <a:lvl8pPr marL="6299987" indent="0">
              <a:buNone/>
              <a:defRPr sz="3937"/>
            </a:lvl8pPr>
            <a:lvl9pPr marL="7199986" indent="0">
              <a:buNone/>
              <a:defRPr sz="3937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53115" y="4050030"/>
            <a:ext cx="7740568" cy="7503182"/>
          </a:xfrm>
        </p:spPr>
        <p:txBody>
          <a:bodyPr/>
          <a:lstStyle>
            <a:lvl1pPr marL="0" indent="0">
              <a:buNone/>
              <a:defRPr sz="3150"/>
            </a:lvl1pPr>
            <a:lvl2pPr marL="899998" indent="0">
              <a:buNone/>
              <a:defRPr sz="2756"/>
            </a:lvl2pPr>
            <a:lvl3pPr marL="1799996" indent="0">
              <a:buNone/>
              <a:defRPr sz="2362"/>
            </a:lvl3pPr>
            <a:lvl4pPr marL="2699995" indent="0">
              <a:buNone/>
              <a:defRPr sz="1968"/>
            </a:lvl4pPr>
            <a:lvl5pPr marL="3599993" indent="0">
              <a:buNone/>
              <a:defRPr sz="1968"/>
            </a:lvl5pPr>
            <a:lvl6pPr marL="4499991" indent="0">
              <a:buNone/>
              <a:defRPr sz="1968"/>
            </a:lvl6pPr>
            <a:lvl7pPr marL="5399989" indent="0">
              <a:buNone/>
              <a:defRPr sz="1968"/>
            </a:lvl7pPr>
            <a:lvl8pPr marL="6299987" indent="0">
              <a:buNone/>
              <a:defRPr sz="1968"/>
            </a:lvl8pPr>
            <a:lvl9pPr marL="7199986" indent="0">
              <a:buNone/>
              <a:defRPr sz="1968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76264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86218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7174875" y="718755"/>
            <a:ext cx="5174962" cy="11440711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49988" y="718755"/>
            <a:ext cx="15224889" cy="11440711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1636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49988" y="718756"/>
            <a:ext cx="20699849" cy="26093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49988" y="3593777"/>
            <a:ext cx="20699849" cy="85656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49988" y="12512594"/>
            <a:ext cx="5399961" cy="71875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3DD510-3AD2-4414-BB4D-1B1B031E6710}" type="datetimeFigureOut">
              <a:rPr kumimoji="1" lang="ja-JP" altLang="en-US" smtClean="0"/>
              <a:t>2026/2/11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949942" y="12512594"/>
            <a:ext cx="8099941" cy="71875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949876" y="12512594"/>
            <a:ext cx="5399961" cy="71875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F5A233-8FF9-4ADA-AF5F-3C5C8E0BAA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33196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799996" rtl="0" eaLnBrk="1" latinLnBrk="0" hangingPunct="1">
        <a:lnSpc>
          <a:spcPct val="90000"/>
        </a:lnSpc>
        <a:spcBef>
          <a:spcPct val="0"/>
        </a:spcBef>
        <a:buNone/>
        <a:defRPr kumimoji="1" sz="866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49999" indent="-449999" algn="l" defTabSz="1799996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kumimoji="1" sz="5512" kern="1200">
          <a:solidFill>
            <a:schemeClr val="tx1"/>
          </a:solidFill>
          <a:latin typeface="+mn-lt"/>
          <a:ea typeface="+mn-ea"/>
          <a:cs typeface="+mn-cs"/>
        </a:defRPr>
      </a:lvl1pPr>
      <a:lvl2pPr marL="1349997" indent="-449999" algn="l" defTabSz="1799996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kumimoji="1" sz="4724" kern="1200">
          <a:solidFill>
            <a:schemeClr val="tx1"/>
          </a:solidFill>
          <a:latin typeface="+mn-lt"/>
          <a:ea typeface="+mn-ea"/>
          <a:cs typeface="+mn-cs"/>
        </a:defRPr>
      </a:lvl2pPr>
      <a:lvl3pPr marL="2249996" indent="-449999" algn="l" defTabSz="1799996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kumimoji="1" sz="3937" kern="1200">
          <a:solidFill>
            <a:schemeClr val="tx1"/>
          </a:solidFill>
          <a:latin typeface="+mn-lt"/>
          <a:ea typeface="+mn-ea"/>
          <a:cs typeface="+mn-cs"/>
        </a:defRPr>
      </a:lvl3pPr>
      <a:lvl4pPr marL="3149994" indent="-449999" algn="l" defTabSz="1799996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4049992" indent="-449999" algn="l" defTabSz="1799996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949990" indent="-449999" algn="l" defTabSz="1799996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849988" indent="-449999" algn="l" defTabSz="1799996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749987" indent="-449999" algn="l" defTabSz="1799996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649985" indent="-449999" algn="l" defTabSz="1799996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799996" rtl="0" eaLnBrk="1" latinLnBrk="0" hangingPunct="1"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1pPr>
      <a:lvl2pPr marL="899998" algn="l" defTabSz="1799996" rtl="0" eaLnBrk="1" latinLnBrk="0" hangingPunct="1"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799996" algn="l" defTabSz="1799996" rtl="0" eaLnBrk="1" latinLnBrk="0" hangingPunct="1"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3pPr>
      <a:lvl4pPr marL="2699995" algn="l" defTabSz="1799996" rtl="0" eaLnBrk="1" latinLnBrk="0" hangingPunct="1"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3599993" algn="l" defTabSz="1799996" rtl="0" eaLnBrk="1" latinLnBrk="0" hangingPunct="1"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499991" algn="l" defTabSz="1799996" rtl="0" eaLnBrk="1" latinLnBrk="0" hangingPunct="1"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399989" algn="l" defTabSz="1799996" rtl="0" eaLnBrk="1" latinLnBrk="0" hangingPunct="1"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299987" algn="l" defTabSz="1799996" rtl="0" eaLnBrk="1" latinLnBrk="0" hangingPunct="1"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199986" algn="l" defTabSz="1799996" rtl="0" eaLnBrk="1" latinLnBrk="0" hangingPunct="1">
        <a:defRPr kumimoji="1" sz="35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四角形: 角を丸くする 110">
            <a:extLst>
              <a:ext uri="{FF2B5EF4-FFF2-40B4-BE49-F238E27FC236}">
                <a16:creationId xmlns:a16="http://schemas.microsoft.com/office/drawing/2014/main" id="{D95AB47F-9AB5-A0C3-3070-B06727A25091}"/>
              </a:ext>
            </a:extLst>
          </p:cNvPr>
          <p:cNvSpPr/>
          <p:nvPr/>
        </p:nvSpPr>
        <p:spPr>
          <a:xfrm>
            <a:off x="933450" y="475493"/>
            <a:ext cx="22155150" cy="12710155"/>
          </a:xfrm>
          <a:prstGeom prst="roundRect">
            <a:avLst>
              <a:gd name="adj" fmla="val 5283"/>
            </a:avLst>
          </a:prstGeom>
          <a:noFill/>
          <a:ln w="1905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199" dirty="0">
              <a:solidFill>
                <a:schemeClr val="tx1"/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113" name="正方形/長方形 112">
            <a:extLst>
              <a:ext uri="{FF2B5EF4-FFF2-40B4-BE49-F238E27FC236}">
                <a16:creationId xmlns:a16="http://schemas.microsoft.com/office/drawing/2014/main" id="{1F262937-7454-7491-1D28-843C9A381A36}"/>
              </a:ext>
            </a:extLst>
          </p:cNvPr>
          <p:cNvSpPr/>
          <p:nvPr/>
        </p:nvSpPr>
        <p:spPr>
          <a:xfrm>
            <a:off x="3434042" y="10929127"/>
            <a:ext cx="651989" cy="5185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2" name="正方形/長方形 111">
            <a:extLst>
              <a:ext uri="{FF2B5EF4-FFF2-40B4-BE49-F238E27FC236}">
                <a16:creationId xmlns:a16="http://schemas.microsoft.com/office/drawing/2014/main" id="{C484D61D-71E5-2777-C4B3-75CAE4CFBF91}"/>
              </a:ext>
            </a:extLst>
          </p:cNvPr>
          <p:cNvSpPr/>
          <p:nvPr/>
        </p:nvSpPr>
        <p:spPr>
          <a:xfrm>
            <a:off x="6855207" y="12380526"/>
            <a:ext cx="651989" cy="5185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F043E09-C34D-D923-33D5-060AC35B6AE0}"/>
              </a:ext>
            </a:extLst>
          </p:cNvPr>
          <p:cNvSpPr/>
          <p:nvPr/>
        </p:nvSpPr>
        <p:spPr>
          <a:xfrm>
            <a:off x="1229885" y="4550961"/>
            <a:ext cx="4031416" cy="4196158"/>
          </a:xfrm>
          <a:prstGeom prst="roundRect">
            <a:avLst>
              <a:gd name="adj" fmla="val 15009"/>
            </a:avLst>
          </a:prstGeom>
          <a:solidFill>
            <a:schemeClr val="bg1"/>
          </a:solidFill>
          <a:ln w="127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199" dirty="0">
              <a:solidFill>
                <a:schemeClr val="tx1"/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45E42608-AFF4-452E-05BA-AE6E545A6368}"/>
              </a:ext>
            </a:extLst>
          </p:cNvPr>
          <p:cNvCxnSpPr>
            <a:cxnSpLocks/>
          </p:cNvCxnSpPr>
          <p:nvPr/>
        </p:nvCxnSpPr>
        <p:spPr>
          <a:xfrm>
            <a:off x="1229886" y="6174521"/>
            <a:ext cx="4031415" cy="0"/>
          </a:xfrm>
          <a:prstGeom prst="straightConnector1">
            <a:avLst/>
          </a:prstGeom>
          <a:ln w="1143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D1A5CD4-FB22-A2F5-590E-E17A7B08B72D}"/>
              </a:ext>
            </a:extLst>
          </p:cNvPr>
          <p:cNvSpPr txBox="1"/>
          <p:nvPr/>
        </p:nvSpPr>
        <p:spPr>
          <a:xfrm>
            <a:off x="2041421" y="4914709"/>
            <a:ext cx="24010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5400" dirty="0">
                <a:latin typeface="Consolas" panose="020B0609020204030204" pitchFamily="49" charset="0"/>
                <a:ea typeface="モボ-SemiBold" panose="02000700000000000000" pitchFamily="50" charset="-128"/>
              </a:rPr>
              <a:t>DAWIY</a:t>
            </a:r>
            <a:endParaRPr lang="ja-JP" altLang="en-US" sz="5400" dirty="0">
              <a:latin typeface="Consolas" panose="020B0609020204030204" pitchFamily="49" charset="0"/>
              <a:ea typeface="モボ-SemiBold" panose="02000700000000000000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8FD99CE-551C-EAD6-8027-671F581ED0E3}"/>
              </a:ext>
            </a:extLst>
          </p:cNvPr>
          <p:cNvSpPr txBox="1"/>
          <p:nvPr/>
        </p:nvSpPr>
        <p:spPr>
          <a:xfrm>
            <a:off x="1292377" y="6657300"/>
            <a:ext cx="401329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200" dirty="0">
                <a:latin typeface="+mn-ea"/>
              </a:rPr>
              <a:t>・起動する</a:t>
            </a:r>
            <a:endParaRPr lang="en-US" altLang="ja-JP" sz="3200" dirty="0">
              <a:latin typeface="+mn-ea"/>
            </a:endParaRPr>
          </a:p>
          <a:p>
            <a:r>
              <a:rPr lang="ja-JP" altLang="en-US" sz="3200" dirty="0">
                <a:latin typeface="+mn-ea"/>
              </a:rPr>
              <a:t>・プラグイン機能を</a:t>
            </a:r>
            <a:endParaRPr lang="en-US" altLang="ja-JP" sz="3200" dirty="0">
              <a:latin typeface="+mn-ea"/>
            </a:endParaRPr>
          </a:p>
          <a:p>
            <a:r>
              <a:rPr lang="ja-JP" altLang="en-US" sz="3200" dirty="0">
                <a:latin typeface="+mn-ea"/>
              </a:rPr>
              <a:t>　使えるようにする</a:t>
            </a: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8E8D87E0-63EC-D8C4-6422-6237D1B0D138}"/>
              </a:ext>
            </a:extLst>
          </p:cNvPr>
          <p:cNvSpPr/>
          <p:nvPr/>
        </p:nvSpPr>
        <p:spPr>
          <a:xfrm>
            <a:off x="4964314" y="823518"/>
            <a:ext cx="5152432" cy="3559202"/>
          </a:xfrm>
          <a:prstGeom prst="roundRect">
            <a:avLst>
              <a:gd name="adj" fmla="val 15009"/>
            </a:avLst>
          </a:prstGeom>
          <a:noFill/>
          <a:ln w="1143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199" dirty="0">
              <a:solidFill>
                <a:schemeClr val="tx1"/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718595DA-7F58-DE01-E14D-063C525BF517}"/>
              </a:ext>
            </a:extLst>
          </p:cNvPr>
          <p:cNvCxnSpPr>
            <a:cxnSpLocks/>
          </p:cNvCxnSpPr>
          <p:nvPr/>
        </p:nvCxnSpPr>
        <p:spPr>
          <a:xfrm>
            <a:off x="4964314" y="2254268"/>
            <a:ext cx="5072469" cy="7620"/>
          </a:xfrm>
          <a:prstGeom prst="straightConnector1">
            <a:avLst/>
          </a:prstGeom>
          <a:ln w="1143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B68D0DE-B0C3-881D-3A65-D5C9B2D21031}"/>
              </a:ext>
            </a:extLst>
          </p:cNvPr>
          <p:cNvSpPr txBox="1"/>
          <p:nvPr/>
        </p:nvSpPr>
        <p:spPr>
          <a:xfrm>
            <a:off x="5287083" y="1244297"/>
            <a:ext cx="46306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3600" dirty="0">
                <a:latin typeface="Consolas" panose="020B0609020204030204" pitchFamily="49" charset="0"/>
              </a:rPr>
              <a:t>DawiyPluginLoader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09B9FD23-E8AC-0CBF-AE45-7528001A16C7}"/>
              </a:ext>
            </a:extLst>
          </p:cNvPr>
          <p:cNvSpPr txBox="1"/>
          <p:nvPr/>
        </p:nvSpPr>
        <p:spPr>
          <a:xfrm>
            <a:off x="5311042" y="2555612"/>
            <a:ext cx="438913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200" dirty="0">
                <a:latin typeface="+mn-ea"/>
              </a:rPr>
              <a:t>・フォルダを見張る</a:t>
            </a:r>
            <a:endParaRPr lang="en-US" altLang="ja-JP" sz="3200" dirty="0">
              <a:latin typeface="+mn-ea"/>
            </a:endParaRPr>
          </a:p>
          <a:p>
            <a:r>
              <a:rPr lang="ja-JP" altLang="en-US" sz="3200" dirty="0">
                <a:latin typeface="+mn-ea"/>
              </a:rPr>
              <a:t>・</a:t>
            </a:r>
            <a:r>
              <a:rPr lang="ja-JP" altLang="en-US" sz="3200" dirty="0"/>
              <a:t>見つけたプラグイン</a:t>
            </a:r>
            <a:endParaRPr lang="en-US" altLang="ja-JP" sz="3200" dirty="0"/>
          </a:p>
          <a:p>
            <a:r>
              <a:rPr lang="ja-JP" altLang="en-US" sz="3200" dirty="0"/>
              <a:t>　を読み込む</a:t>
            </a:r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1C2A6C7D-3887-B4AB-DA13-4023CDA170AD}"/>
              </a:ext>
            </a:extLst>
          </p:cNvPr>
          <p:cNvCxnSpPr>
            <a:cxnSpLocks/>
          </p:cNvCxnSpPr>
          <p:nvPr/>
        </p:nvCxnSpPr>
        <p:spPr>
          <a:xfrm>
            <a:off x="2895600" y="2603119"/>
            <a:ext cx="1967138" cy="0"/>
          </a:xfrm>
          <a:prstGeom prst="straightConnector1">
            <a:avLst/>
          </a:prstGeom>
          <a:ln w="254000">
            <a:solidFill>
              <a:schemeClr val="tx1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253ED8F4-0743-FBFD-F04F-310CA15030ED}"/>
              </a:ext>
            </a:extLst>
          </p:cNvPr>
          <p:cNvCxnSpPr>
            <a:cxnSpLocks/>
          </p:cNvCxnSpPr>
          <p:nvPr/>
        </p:nvCxnSpPr>
        <p:spPr>
          <a:xfrm>
            <a:off x="3070280" y="3373907"/>
            <a:ext cx="0" cy="339668"/>
          </a:xfrm>
          <a:prstGeom prst="straightConnector1">
            <a:avLst/>
          </a:prstGeom>
          <a:ln w="2540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11C1B315-A55A-7B14-999E-44951E383E03}"/>
              </a:ext>
            </a:extLst>
          </p:cNvPr>
          <p:cNvCxnSpPr>
            <a:cxnSpLocks/>
          </p:cNvCxnSpPr>
          <p:nvPr/>
        </p:nvCxnSpPr>
        <p:spPr>
          <a:xfrm flipV="1">
            <a:off x="2041421" y="8974351"/>
            <a:ext cx="450705" cy="607036"/>
          </a:xfrm>
          <a:prstGeom prst="straightConnector1">
            <a:avLst/>
          </a:prstGeom>
          <a:ln w="2540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4955AEC3-6DC9-4FD1-604D-A38621B2E7EB}"/>
              </a:ext>
            </a:extLst>
          </p:cNvPr>
          <p:cNvCxnSpPr>
            <a:cxnSpLocks/>
          </p:cNvCxnSpPr>
          <p:nvPr/>
        </p:nvCxnSpPr>
        <p:spPr>
          <a:xfrm>
            <a:off x="1965644" y="9846906"/>
            <a:ext cx="4800597" cy="0"/>
          </a:xfrm>
          <a:prstGeom prst="straightConnector1">
            <a:avLst/>
          </a:prstGeom>
          <a:ln w="254000">
            <a:solidFill>
              <a:schemeClr val="tx1"/>
            </a:solidFill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E73E6699-006A-039E-7DF1-77BA93CB21DE}"/>
              </a:ext>
            </a:extLst>
          </p:cNvPr>
          <p:cNvSpPr/>
          <p:nvPr/>
        </p:nvSpPr>
        <p:spPr>
          <a:xfrm>
            <a:off x="8522965" y="8479599"/>
            <a:ext cx="5059618" cy="3559202"/>
          </a:xfrm>
          <a:prstGeom prst="roundRect">
            <a:avLst>
              <a:gd name="adj" fmla="val 15009"/>
            </a:avLst>
          </a:prstGeom>
          <a:noFill/>
          <a:ln w="1143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199" dirty="0">
              <a:solidFill>
                <a:schemeClr val="tx1"/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1C3F5DB4-A9A5-D896-B391-B68C5C5097E3}"/>
              </a:ext>
            </a:extLst>
          </p:cNvPr>
          <p:cNvCxnSpPr>
            <a:cxnSpLocks/>
          </p:cNvCxnSpPr>
          <p:nvPr/>
        </p:nvCxnSpPr>
        <p:spPr>
          <a:xfrm>
            <a:off x="8495374" y="9751760"/>
            <a:ext cx="5059618" cy="0"/>
          </a:xfrm>
          <a:prstGeom prst="straightConnector1">
            <a:avLst/>
          </a:prstGeom>
          <a:ln w="1143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C735A1DA-4964-40CC-EA3D-A155DB89340F}"/>
              </a:ext>
            </a:extLst>
          </p:cNvPr>
          <p:cNvSpPr txBox="1"/>
          <p:nvPr/>
        </p:nvSpPr>
        <p:spPr>
          <a:xfrm>
            <a:off x="9591052" y="8627783"/>
            <a:ext cx="291595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4800" dirty="0">
                <a:latin typeface="Consolas" panose="020B0609020204030204" pitchFamily="49" charset="0"/>
              </a:rPr>
              <a:t>HostAPI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DD7221F1-C068-7FF7-D047-68E044B6CFA2}"/>
              </a:ext>
            </a:extLst>
          </p:cNvPr>
          <p:cNvSpPr txBox="1"/>
          <p:nvPr/>
        </p:nvSpPr>
        <p:spPr>
          <a:xfrm>
            <a:off x="8556264" y="10183242"/>
            <a:ext cx="4937838" cy="10160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001" dirty="0"/>
              <a:t>・画面を表示する機能を提供</a:t>
            </a:r>
          </a:p>
          <a:p>
            <a:r>
              <a:rPr lang="ja-JP" altLang="en-US" sz="2001" dirty="0"/>
              <a:t>・ファイルを読み書きする機能を提供</a:t>
            </a:r>
          </a:p>
          <a:p>
            <a:r>
              <a:rPr lang="ja-JP" altLang="en-US" sz="2001" dirty="0"/>
              <a:t>・</a:t>
            </a:r>
            <a:r>
              <a:rPr lang="en-US" altLang="ja-JP" sz="2001" dirty="0"/>
              <a:t>DAW</a:t>
            </a:r>
            <a:r>
              <a:rPr lang="ja-JP" altLang="en-US" sz="2001" dirty="0"/>
              <a:t>の再生・停止機能を提供</a:t>
            </a:r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41FDAB57-10ED-665C-DE35-4226D4801BC1}"/>
              </a:ext>
            </a:extLst>
          </p:cNvPr>
          <p:cNvCxnSpPr>
            <a:cxnSpLocks/>
          </p:cNvCxnSpPr>
          <p:nvPr/>
        </p:nvCxnSpPr>
        <p:spPr>
          <a:xfrm>
            <a:off x="10153650" y="2551597"/>
            <a:ext cx="4501813" cy="0"/>
          </a:xfrm>
          <a:prstGeom prst="straightConnector1">
            <a:avLst/>
          </a:prstGeom>
          <a:ln w="254000">
            <a:solidFill>
              <a:schemeClr val="tx1"/>
            </a:solidFill>
            <a:prstDash val="sysDot"/>
            <a:tailEnd type="stealth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0DB73EBD-5057-F3B9-55C0-9B77F61E5DEA}"/>
              </a:ext>
            </a:extLst>
          </p:cNvPr>
          <p:cNvSpPr/>
          <p:nvPr/>
        </p:nvSpPr>
        <p:spPr>
          <a:xfrm>
            <a:off x="14785300" y="956065"/>
            <a:ext cx="5750600" cy="3191065"/>
          </a:xfrm>
          <a:prstGeom prst="roundRect">
            <a:avLst>
              <a:gd name="adj" fmla="val 0"/>
            </a:avLst>
          </a:prstGeom>
          <a:noFill/>
          <a:ln w="1143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199" dirty="0">
              <a:solidFill>
                <a:schemeClr val="tx1"/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7B49A743-4174-27A9-F55B-EA346F6FC891}"/>
              </a:ext>
            </a:extLst>
          </p:cNvPr>
          <p:cNvCxnSpPr>
            <a:cxnSpLocks/>
          </p:cNvCxnSpPr>
          <p:nvPr/>
        </p:nvCxnSpPr>
        <p:spPr>
          <a:xfrm>
            <a:off x="14742037" y="2080113"/>
            <a:ext cx="5793863" cy="0"/>
          </a:xfrm>
          <a:prstGeom prst="straightConnector1">
            <a:avLst/>
          </a:prstGeom>
          <a:ln w="1143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2CFD5B5D-6B78-5338-691F-34FF8BBD01FD}"/>
              </a:ext>
            </a:extLst>
          </p:cNvPr>
          <p:cNvSpPr txBox="1"/>
          <p:nvPr/>
        </p:nvSpPr>
        <p:spPr>
          <a:xfrm>
            <a:off x="15080690" y="1249272"/>
            <a:ext cx="51123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3600" dirty="0">
                <a:latin typeface="Consolas" panose="020B0609020204030204" pitchFamily="49" charset="0"/>
              </a:rPr>
              <a:t>ユーザのプラグイン</a:t>
            </a:r>
            <a:endParaRPr lang="en-US" altLang="ja-JP" sz="3600" dirty="0">
              <a:latin typeface="Consolas" panose="020B0609020204030204" pitchFamily="49" charset="0"/>
            </a:endParaRP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CC7E1ADC-D5F4-1DF2-EA5D-E37B8997448A}"/>
              </a:ext>
            </a:extLst>
          </p:cNvPr>
          <p:cNvSpPr txBox="1"/>
          <p:nvPr/>
        </p:nvSpPr>
        <p:spPr>
          <a:xfrm>
            <a:off x="14897208" y="2361887"/>
            <a:ext cx="544724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200" dirty="0"/>
              <a:t>・初期化時に</a:t>
            </a:r>
            <a:r>
              <a:rPr lang="en-US" altLang="ja-JP" sz="3200" dirty="0">
                <a:latin typeface="Consolas" panose="020B0609020204030204" pitchFamily="49" charset="0"/>
              </a:rPr>
              <a:t>API</a:t>
            </a:r>
            <a:r>
              <a:rPr lang="ja-JP" altLang="en-US" sz="3200" dirty="0"/>
              <a:t>を受け取る</a:t>
            </a:r>
          </a:p>
          <a:p>
            <a:r>
              <a:rPr lang="ja-JP" altLang="en-US" sz="3200" dirty="0"/>
              <a:t>・画面を作る</a:t>
            </a:r>
          </a:p>
          <a:p>
            <a:r>
              <a:rPr lang="ja-JP" altLang="en-US" sz="3200" dirty="0"/>
              <a:t>・機能を実行する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ECB3ED67-C7DF-274E-381E-D0EA7B3297CC}"/>
              </a:ext>
            </a:extLst>
          </p:cNvPr>
          <p:cNvSpPr txBox="1"/>
          <p:nvPr/>
        </p:nvSpPr>
        <p:spPr>
          <a:xfrm>
            <a:off x="1381341" y="1420613"/>
            <a:ext cx="41651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600" dirty="0"/>
              <a:t>1.</a:t>
            </a:r>
            <a:r>
              <a:rPr kumimoji="1" lang="ja-JP" altLang="en-US" sz="3600" dirty="0"/>
              <a:t>  起動時に命令</a:t>
            </a: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CB28E2B8-820E-ADE9-10CE-71850E119A55}"/>
              </a:ext>
            </a:extLst>
          </p:cNvPr>
          <p:cNvSpPr txBox="1"/>
          <p:nvPr/>
        </p:nvSpPr>
        <p:spPr>
          <a:xfrm>
            <a:off x="4442491" y="8732060"/>
            <a:ext cx="53722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3600" dirty="0">
                <a:latin typeface="Consolas" panose="020B0609020204030204" pitchFamily="49" charset="0"/>
              </a:rPr>
              <a:t>HostAPI</a:t>
            </a:r>
            <a:r>
              <a:rPr lang="ja-JP" altLang="en-US" sz="3600" dirty="0">
                <a:latin typeface="+mn-ea"/>
              </a:rPr>
              <a:t>を提供する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40B93CEA-66CB-0998-CEA7-AEB28B178C91}"/>
              </a:ext>
            </a:extLst>
          </p:cNvPr>
          <p:cNvSpPr txBox="1"/>
          <p:nvPr/>
        </p:nvSpPr>
        <p:spPr>
          <a:xfrm>
            <a:off x="9873354" y="1425494"/>
            <a:ext cx="49119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600" dirty="0"/>
              <a:t>2.</a:t>
            </a:r>
            <a:r>
              <a:rPr kumimoji="1" lang="ja-JP" altLang="en-US" sz="3600" dirty="0"/>
              <a:t>  発見して読み込む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80816D4F-C793-ED38-99AB-214B69F664F8}"/>
              </a:ext>
            </a:extLst>
          </p:cNvPr>
          <p:cNvCxnSpPr>
            <a:cxnSpLocks/>
          </p:cNvCxnSpPr>
          <p:nvPr/>
        </p:nvCxnSpPr>
        <p:spPr>
          <a:xfrm flipV="1">
            <a:off x="16729583" y="5678213"/>
            <a:ext cx="567586" cy="368019"/>
          </a:xfrm>
          <a:prstGeom prst="straightConnector1">
            <a:avLst/>
          </a:prstGeom>
          <a:ln w="152400">
            <a:solidFill>
              <a:schemeClr val="tx1"/>
            </a:solidFill>
            <a:prstDash val="sysDot"/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4FB92263-120F-C07D-DD1E-5C23B4A9EB92}"/>
              </a:ext>
            </a:extLst>
          </p:cNvPr>
          <p:cNvCxnSpPr>
            <a:cxnSpLocks/>
          </p:cNvCxnSpPr>
          <p:nvPr/>
        </p:nvCxnSpPr>
        <p:spPr>
          <a:xfrm>
            <a:off x="14963954" y="5863225"/>
            <a:ext cx="987508" cy="0"/>
          </a:xfrm>
          <a:prstGeom prst="straightConnector1">
            <a:avLst/>
          </a:prstGeom>
          <a:ln w="152400">
            <a:solidFill>
              <a:schemeClr val="tx1"/>
            </a:solidFill>
            <a:prstDash val="sysDot"/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直線矢印コネクタ 52">
            <a:extLst>
              <a:ext uri="{FF2B5EF4-FFF2-40B4-BE49-F238E27FC236}">
                <a16:creationId xmlns:a16="http://schemas.microsoft.com/office/drawing/2014/main" id="{B6A3D3E5-F56A-C719-8686-2FE2048616B5}"/>
              </a:ext>
            </a:extLst>
          </p:cNvPr>
          <p:cNvCxnSpPr>
            <a:cxnSpLocks/>
          </p:cNvCxnSpPr>
          <p:nvPr/>
        </p:nvCxnSpPr>
        <p:spPr>
          <a:xfrm>
            <a:off x="12605879" y="6403821"/>
            <a:ext cx="0" cy="1124472"/>
          </a:xfrm>
          <a:prstGeom prst="straightConnector1">
            <a:avLst/>
          </a:prstGeom>
          <a:ln w="254000">
            <a:solidFill>
              <a:schemeClr val="tx1"/>
            </a:solidFill>
            <a:prstDash val="sysDot"/>
            <a:tailEnd type="stealth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テキスト ボックス 63">
            <a:extLst>
              <a:ext uri="{FF2B5EF4-FFF2-40B4-BE49-F238E27FC236}">
                <a16:creationId xmlns:a16="http://schemas.microsoft.com/office/drawing/2014/main" id="{5AD9438F-A4EA-00AE-145A-A726FCBAB02F}"/>
              </a:ext>
            </a:extLst>
          </p:cNvPr>
          <p:cNvSpPr txBox="1"/>
          <p:nvPr/>
        </p:nvSpPr>
        <p:spPr>
          <a:xfrm>
            <a:off x="11177919" y="4865357"/>
            <a:ext cx="39027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3600" dirty="0"/>
              <a:t>3.</a:t>
            </a:r>
            <a:r>
              <a:rPr kumimoji="1" lang="ja-JP" altLang="en-US" sz="3600" dirty="0"/>
              <a:t>  </a:t>
            </a:r>
            <a:r>
              <a:rPr kumimoji="1" lang="en-US" altLang="ja-JP" sz="3600" dirty="0">
                <a:latin typeface="Consolas" panose="020B0609020204030204" pitchFamily="49" charset="0"/>
              </a:rPr>
              <a:t>API</a:t>
            </a:r>
            <a:r>
              <a:rPr kumimoji="1" lang="ja-JP" altLang="en-US" sz="3600" dirty="0"/>
              <a:t>を使って</a:t>
            </a:r>
            <a:r>
              <a:rPr kumimoji="1" lang="en-US" altLang="ja-JP" sz="3600" dirty="0"/>
              <a:t>DAW</a:t>
            </a:r>
            <a:r>
              <a:rPr kumimoji="1" lang="ja-JP" altLang="en-US" sz="3600" dirty="0"/>
              <a:t>を操作</a:t>
            </a:r>
          </a:p>
        </p:txBody>
      </p:sp>
      <p:cxnSp>
        <p:nvCxnSpPr>
          <p:cNvPr id="65" name="直線矢印コネクタ 64">
            <a:extLst>
              <a:ext uri="{FF2B5EF4-FFF2-40B4-BE49-F238E27FC236}">
                <a16:creationId xmlns:a16="http://schemas.microsoft.com/office/drawing/2014/main" id="{3345EBE9-AD86-027E-55E5-864CD409920A}"/>
              </a:ext>
            </a:extLst>
          </p:cNvPr>
          <p:cNvCxnSpPr>
            <a:cxnSpLocks/>
          </p:cNvCxnSpPr>
          <p:nvPr/>
        </p:nvCxnSpPr>
        <p:spPr>
          <a:xfrm flipV="1">
            <a:off x="19801524" y="9464255"/>
            <a:ext cx="3017845" cy="9739"/>
          </a:xfrm>
          <a:prstGeom prst="straightConnector1">
            <a:avLst/>
          </a:prstGeom>
          <a:ln w="2540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B283C3DE-F56B-3995-CD4C-4D9E8B4560E2}"/>
              </a:ext>
            </a:extLst>
          </p:cNvPr>
          <p:cNvSpPr txBox="1"/>
          <p:nvPr/>
        </p:nvSpPr>
        <p:spPr>
          <a:xfrm>
            <a:off x="20359604" y="8346673"/>
            <a:ext cx="13899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600" dirty="0"/>
              <a:t>継承</a:t>
            </a:r>
          </a:p>
        </p:txBody>
      </p:sp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56BCC656-443F-FFE7-7382-559313EA3103}"/>
              </a:ext>
            </a:extLst>
          </p:cNvPr>
          <p:cNvSpPr txBox="1"/>
          <p:nvPr/>
        </p:nvSpPr>
        <p:spPr>
          <a:xfrm>
            <a:off x="19700437" y="9751760"/>
            <a:ext cx="31189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600" dirty="0"/>
              <a:t>（親子の関係）</a:t>
            </a:r>
          </a:p>
        </p:txBody>
      </p:sp>
      <p:sp>
        <p:nvSpPr>
          <p:cNvPr id="71" name="四角形: 角を丸くする 70">
            <a:extLst>
              <a:ext uri="{FF2B5EF4-FFF2-40B4-BE49-F238E27FC236}">
                <a16:creationId xmlns:a16="http://schemas.microsoft.com/office/drawing/2014/main" id="{B68938FE-4905-E741-6796-A49AD48C93BB}"/>
              </a:ext>
            </a:extLst>
          </p:cNvPr>
          <p:cNvSpPr/>
          <p:nvPr/>
        </p:nvSpPr>
        <p:spPr>
          <a:xfrm>
            <a:off x="18663039" y="5753039"/>
            <a:ext cx="4106900" cy="2514294"/>
          </a:xfrm>
          <a:prstGeom prst="roundRect">
            <a:avLst>
              <a:gd name="adj" fmla="val 37837"/>
            </a:avLst>
          </a:prstGeom>
          <a:noFill/>
          <a:ln w="1143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199" dirty="0">
              <a:solidFill>
                <a:schemeClr val="tx1"/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cxnSp>
        <p:nvCxnSpPr>
          <p:cNvPr id="72" name="直線矢印コネクタ 71">
            <a:extLst>
              <a:ext uri="{FF2B5EF4-FFF2-40B4-BE49-F238E27FC236}">
                <a16:creationId xmlns:a16="http://schemas.microsoft.com/office/drawing/2014/main" id="{D66FB1A3-6D02-49EB-A70F-0D041E57CEE9}"/>
              </a:ext>
            </a:extLst>
          </p:cNvPr>
          <p:cNvCxnSpPr>
            <a:cxnSpLocks/>
            <a:endCxn id="71" idx="3"/>
          </p:cNvCxnSpPr>
          <p:nvPr/>
        </p:nvCxnSpPr>
        <p:spPr>
          <a:xfrm>
            <a:off x="18663039" y="7010186"/>
            <a:ext cx="4106900" cy="0"/>
          </a:xfrm>
          <a:prstGeom prst="straightConnector1">
            <a:avLst/>
          </a:prstGeom>
          <a:ln w="1143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テキスト ボックス 72">
            <a:extLst>
              <a:ext uri="{FF2B5EF4-FFF2-40B4-BE49-F238E27FC236}">
                <a16:creationId xmlns:a16="http://schemas.microsoft.com/office/drawing/2014/main" id="{0840CB1C-0EF9-422A-C953-89642A8FA540}"/>
              </a:ext>
            </a:extLst>
          </p:cNvPr>
          <p:cNvSpPr txBox="1"/>
          <p:nvPr/>
        </p:nvSpPr>
        <p:spPr>
          <a:xfrm>
            <a:off x="18614832" y="6269911"/>
            <a:ext cx="41551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3200" dirty="0">
                <a:latin typeface="Consolas" panose="020B0609020204030204" pitchFamily="49" charset="0"/>
              </a:rPr>
              <a:t>DawiyPluginBase</a:t>
            </a:r>
          </a:p>
        </p:txBody>
      </p:sp>
      <p:sp>
        <p:nvSpPr>
          <p:cNvPr id="74" name="テキスト ボックス 73">
            <a:extLst>
              <a:ext uri="{FF2B5EF4-FFF2-40B4-BE49-F238E27FC236}">
                <a16:creationId xmlns:a16="http://schemas.microsoft.com/office/drawing/2014/main" id="{F9919D6E-36E7-D815-BB2C-4A8C45184481}"/>
              </a:ext>
            </a:extLst>
          </p:cNvPr>
          <p:cNvSpPr txBox="1"/>
          <p:nvPr/>
        </p:nvSpPr>
        <p:spPr>
          <a:xfrm>
            <a:off x="18941338" y="7235698"/>
            <a:ext cx="35508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3200" dirty="0">
                <a:latin typeface="Consolas" panose="020B0609020204030204" pitchFamily="49" charset="0"/>
              </a:rPr>
              <a:t>host : HostAPI</a:t>
            </a:r>
            <a:endParaRPr lang="ja-JP" altLang="en-US" sz="3200" dirty="0">
              <a:latin typeface="Consolas" panose="020B0609020204030204" pitchFamily="49" charset="0"/>
            </a:endParaRPr>
          </a:p>
        </p:txBody>
      </p:sp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8A5870F6-4B86-DFEA-9A22-CBE883BD6871}"/>
              </a:ext>
            </a:extLst>
          </p:cNvPr>
          <p:cNvSpPr txBox="1"/>
          <p:nvPr/>
        </p:nvSpPr>
        <p:spPr>
          <a:xfrm>
            <a:off x="18914177" y="5876773"/>
            <a:ext cx="32755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2800" dirty="0">
                <a:latin typeface="+mn-ea"/>
              </a:rPr>
              <a:t>&lt;&lt;</a:t>
            </a:r>
            <a:r>
              <a:rPr lang="ja-JP" altLang="en-US" sz="2800" dirty="0">
                <a:latin typeface="+mn-ea"/>
              </a:rPr>
              <a:t>抽象クラス</a:t>
            </a:r>
            <a:r>
              <a:rPr lang="en-US" altLang="ja-JP" sz="2800" dirty="0">
                <a:latin typeface="+mn-ea"/>
              </a:rPr>
              <a:t>&gt;&gt;</a:t>
            </a:r>
          </a:p>
        </p:txBody>
      </p:sp>
      <p:cxnSp>
        <p:nvCxnSpPr>
          <p:cNvPr id="77" name="直線矢印コネクタ 76">
            <a:extLst>
              <a:ext uri="{FF2B5EF4-FFF2-40B4-BE49-F238E27FC236}">
                <a16:creationId xmlns:a16="http://schemas.microsoft.com/office/drawing/2014/main" id="{B1441988-4925-EDA8-F88A-DBF7F0576BF2}"/>
              </a:ext>
            </a:extLst>
          </p:cNvPr>
          <p:cNvCxnSpPr>
            <a:cxnSpLocks/>
            <a:endCxn id="71" idx="2"/>
          </p:cNvCxnSpPr>
          <p:nvPr/>
        </p:nvCxnSpPr>
        <p:spPr>
          <a:xfrm flipV="1">
            <a:off x="19965676" y="8267333"/>
            <a:ext cx="750813" cy="865558"/>
          </a:xfrm>
          <a:prstGeom prst="straightConnector1">
            <a:avLst/>
          </a:prstGeom>
          <a:ln w="254000">
            <a:solidFill>
              <a:schemeClr val="tx1"/>
            </a:solidFill>
            <a:prstDash val="sysDot"/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直線矢印コネクタ 77">
            <a:extLst>
              <a:ext uri="{FF2B5EF4-FFF2-40B4-BE49-F238E27FC236}">
                <a16:creationId xmlns:a16="http://schemas.microsoft.com/office/drawing/2014/main" id="{10CF5DF1-BC00-0CF8-7913-1557A2FC7C7F}"/>
              </a:ext>
            </a:extLst>
          </p:cNvPr>
          <p:cNvCxnSpPr>
            <a:cxnSpLocks/>
          </p:cNvCxnSpPr>
          <p:nvPr/>
        </p:nvCxnSpPr>
        <p:spPr>
          <a:xfrm>
            <a:off x="17945226" y="8215325"/>
            <a:ext cx="717813" cy="0"/>
          </a:xfrm>
          <a:prstGeom prst="straightConnector1">
            <a:avLst/>
          </a:prstGeom>
          <a:ln w="254000">
            <a:solidFill>
              <a:schemeClr val="tx1"/>
            </a:solidFill>
            <a:prstDash val="sysDot"/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直線矢印コネクタ 78">
            <a:extLst>
              <a:ext uri="{FF2B5EF4-FFF2-40B4-BE49-F238E27FC236}">
                <a16:creationId xmlns:a16="http://schemas.microsoft.com/office/drawing/2014/main" id="{69231C88-A2B4-1AC5-E749-FEE56C4EAD7F}"/>
              </a:ext>
            </a:extLst>
          </p:cNvPr>
          <p:cNvCxnSpPr>
            <a:cxnSpLocks/>
          </p:cNvCxnSpPr>
          <p:nvPr/>
        </p:nvCxnSpPr>
        <p:spPr>
          <a:xfrm>
            <a:off x="14963954" y="6956196"/>
            <a:ext cx="0" cy="1124472"/>
          </a:xfrm>
          <a:prstGeom prst="straightConnector1">
            <a:avLst/>
          </a:prstGeom>
          <a:ln w="254000">
            <a:solidFill>
              <a:schemeClr val="tx1"/>
            </a:solidFill>
            <a:prstDash val="sysDot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四角形: 角を丸くする 82">
            <a:extLst>
              <a:ext uri="{FF2B5EF4-FFF2-40B4-BE49-F238E27FC236}">
                <a16:creationId xmlns:a16="http://schemas.microsoft.com/office/drawing/2014/main" id="{3B0DD984-2671-FD8B-BD17-04E977B7335F}"/>
              </a:ext>
            </a:extLst>
          </p:cNvPr>
          <p:cNvSpPr/>
          <p:nvPr/>
        </p:nvSpPr>
        <p:spPr>
          <a:xfrm>
            <a:off x="14388797" y="8747122"/>
            <a:ext cx="5310116" cy="3993259"/>
          </a:xfrm>
          <a:prstGeom prst="roundRect">
            <a:avLst>
              <a:gd name="adj" fmla="val 15009"/>
            </a:avLst>
          </a:prstGeom>
          <a:noFill/>
          <a:ln w="1143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199" dirty="0">
              <a:solidFill>
                <a:schemeClr val="tx1"/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cxnSp>
        <p:nvCxnSpPr>
          <p:cNvPr id="84" name="直線矢印コネクタ 83">
            <a:extLst>
              <a:ext uri="{FF2B5EF4-FFF2-40B4-BE49-F238E27FC236}">
                <a16:creationId xmlns:a16="http://schemas.microsoft.com/office/drawing/2014/main" id="{036D5959-F4B0-39F5-B231-741D9332BD22}"/>
              </a:ext>
            </a:extLst>
          </p:cNvPr>
          <p:cNvCxnSpPr>
            <a:cxnSpLocks/>
          </p:cNvCxnSpPr>
          <p:nvPr/>
        </p:nvCxnSpPr>
        <p:spPr>
          <a:xfrm>
            <a:off x="14388797" y="11134471"/>
            <a:ext cx="5310116" cy="0"/>
          </a:xfrm>
          <a:prstGeom prst="straightConnector1">
            <a:avLst/>
          </a:prstGeom>
          <a:ln w="1143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テキスト ボックス 84">
            <a:extLst>
              <a:ext uri="{FF2B5EF4-FFF2-40B4-BE49-F238E27FC236}">
                <a16:creationId xmlns:a16="http://schemas.microsoft.com/office/drawing/2014/main" id="{89BFF2FE-22D9-EAE6-068E-6260B4460F0D}"/>
              </a:ext>
            </a:extLst>
          </p:cNvPr>
          <p:cNvSpPr txBox="1"/>
          <p:nvPr/>
        </p:nvSpPr>
        <p:spPr>
          <a:xfrm>
            <a:off x="14915394" y="10144126"/>
            <a:ext cx="388821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4000" dirty="0">
                <a:latin typeface="Consolas" panose="020B0609020204030204" pitchFamily="49" charset="0"/>
              </a:rPr>
              <a:t>IDawiyPlugin</a:t>
            </a:r>
          </a:p>
        </p:txBody>
      </p:sp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1ABF382E-DDBA-B501-B9D1-D7DD4194C68E}"/>
              </a:ext>
            </a:extLst>
          </p:cNvPr>
          <p:cNvSpPr txBox="1"/>
          <p:nvPr/>
        </p:nvSpPr>
        <p:spPr>
          <a:xfrm>
            <a:off x="15024827" y="11294454"/>
            <a:ext cx="4728362" cy="13239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001" dirty="0"/>
              <a:t>id</a:t>
            </a:r>
            <a:r>
              <a:rPr lang="ja-JP" altLang="en-US" sz="2001" dirty="0"/>
              <a:t>（識別子）</a:t>
            </a:r>
            <a:endParaRPr lang="en-US" altLang="ja-JP" sz="2001" dirty="0"/>
          </a:p>
          <a:p>
            <a:endParaRPr lang="ja-JP" altLang="en-US" sz="2001" dirty="0"/>
          </a:p>
          <a:p>
            <a:r>
              <a:rPr lang="en-US" altLang="ja-JP" sz="2001" dirty="0"/>
              <a:t>onInit(host) : </a:t>
            </a:r>
            <a:r>
              <a:rPr lang="ja-JP" altLang="en-US" sz="2001" dirty="0"/>
              <a:t>初期化時の処理</a:t>
            </a:r>
          </a:p>
          <a:p>
            <a:r>
              <a:rPr lang="en-US" altLang="ja-JP" sz="2001" dirty="0"/>
              <a:t>render(container) : </a:t>
            </a:r>
            <a:r>
              <a:rPr lang="ja-JP" altLang="en-US" sz="2001" dirty="0"/>
              <a:t>描画処理</a:t>
            </a:r>
          </a:p>
        </p:txBody>
      </p:sp>
      <p:sp>
        <p:nvSpPr>
          <p:cNvPr id="90" name="テキスト ボックス 89">
            <a:extLst>
              <a:ext uri="{FF2B5EF4-FFF2-40B4-BE49-F238E27FC236}">
                <a16:creationId xmlns:a16="http://schemas.microsoft.com/office/drawing/2014/main" id="{E7B82E25-5282-C769-9B37-BF4C1B38F5C9}"/>
              </a:ext>
            </a:extLst>
          </p:cNvPr>
          <p:cNvSpPr txBox="1"/>
          <p:nvPr/>
        </p:nvSpPr>
        <p:spPr>
          <a:xfrm>
            <a:off x="14785300" y="6496139"/>
            <a:ext cx="48389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dirty="0"/>
              <a:t>実装（ルールを守る）</a:t>
            </a:r>
          </a:p>
        </p:txBody>
      </p:sp>
      <p:sp>
        <p:nvSpPr>
          <p:cNvPr id="91" name="テキスト ボックス 90">
            <a:extLst>
              <a:ext uri="{FF2B5EF4-FFF2-40B4-BE49-F238E27FC236}">
                <a16:creationId xmlns:a16="http://schemas.microsoft.com/office/drawing/2014/main" id="{1175B58F-14AB-BE5E-2D86-FD797F43898B}"/>
              </a:ext>
            </a:extLst>
          </p:cNvPr>
          <p:cNvSpPr txBox="1"/>
          <p:nvPr/>
        </p:nvSpPr>
        <p:spPr>
          <a:xfrm>
            <a:off x="15339307" y="9463373"/>
            <a:ext cx="35264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dirty="0">
                <a:latin typeface="+mn-ea"/>
              </a:rPr>
              <a:t>&lt;&lt;</a:t>
            </a:r>
            <a:r>
              <a:rPr lang="ja-JP" altLang="en-US" dirty="0">
                <a:latin typeface="+mn-ea"/>
              </a:rPr>
              <a:t>インターフェース</a:t>
            </a:r>
            <a:r>
              <a:rPr lang="en-US" altLang="ja-JP" dirty="0">
                <a:latin typeface="+mn-ea"/>
              </a:rPr>
              <a:t>&gt;&gt;</a:t>
            </a:r>
          </a:p>
        </p:txBody>
      </p:sp>
      <p:cxnSp>
        <p:nvCxnSpPr>
          <p:cNvPr id="94" name="直線矢印コネクタ 93">
            <a:extLst>
              <a:ext uri="{FF2B5EF4-FFF2-40B4-BE49-F238E27FC236}">
                <a16:creationId xmlns:a16="http://schemas.microsoft.com/office/drawing/2014/main" id="{C315EC2D-C9F5-39B8-392D-EC2BF41EF39F}"/>
              </a:ext>
            </a:extLst>
          </p:cNvPr>
          <p:cNvCxnSpPr>
            <a:cxnSpLocks/>
          </p:cNvCxnSpPr>
          <p:nvPr/>
        </p:nvCxnSpPr>
        <p:spPr>
          <a:xfrm>
            <a:off x="14388797" y="11850669"/>
            <a:ext cx="5310116" cy="0"/>
          </a:xfrm>
          <a:prstGeom prst="straightConnector1">
            <a:avLst/>
          </a:prstGeom>
          <a:ln w="1143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四角形: 角を丸くする 96">
            <a:extLst>
              <a:ext uri="{FF2B5EF4-FFF2-40B4-BE49-F238E27FC236}">
                <a16:creationId xmlns:a16="http://schemas.microsoft.com/office/drawing/2014/main" id="{D77FF0A1-AD3F-3150-F973-4466582887BA}"/>
              </a:ext>
            </a:extLst>
          </p:cNvPr>
          <p:cNvSpPr/>
          <p:nvPr/>
        </p:nvSpPr>
        <p:spPr>
          <a:xfrm>
            <a:off x="3179034" y="10368368"/>
            <a:ext cx="5183112" cy="2526932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143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ja-JP" altLang="en-US" sz="1200" dirty="0">
              <a:solidFill>
                <a:schemeClr val="tx1"/>
              </a:solidFill>
            </a:endParaRPr>
          </a:p>
        </p:txBody>
      </p:sp>
      <p:cxnSp>
        <p:nvCxnSpPr>
          <p:cNvPr id="99" name="直線矢印コネクタ 98">
            <a:extLst>
              <a:ext uri="{FF2B5EF4-FFF2-40B4-BE49-F238E27FC236}">
                <a16:creationId xmlns:a16="http://schemas.microsoft.com/office/drawing/2014/main" id="{782E8296-DF4B-F5C1-0381-2095DD77C7BA}"/>
              </a:ext>
            </a:extLst>
          </p:cNvPr>
          <p:cNvCxnSpPr>
            <a:cxnSpLocks/>
          </p:cNvCxnSpPr>
          <p:nvPr/>
        </p:nvCxnSpPr>
        <p:spPr>
          <a:xfrm>
            <a:off x="4065248" y="11850669"/>
            <a:ext cx="1086254" cy="0"/>
          </a:xfrm>
          <a:prstGeom prst="straightConnector1">
            <a:avLst/>
          </a:prstGeom>
          <a:ln w="63500">
            <a:solidFill>
              <a:schemeClr val="tx1"/>
            </a:solidFill>
            <a:prstDash val="solid"/>
            <a:tail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直線矢印コネクタ 105">
            <a:extLst>
              <a:ext uri="{FF2B5EF4-FFF2-40B4-BE49-F238E27FC236}">
                <a16:creationId xmlns:a16="http://schemas.microsoft.com/office/drawing/2014/main" id="{F5EAFAF1-D899-2B4E-94F0-A624B8DEC0E6}"/>
              </a:ext>
            </a:extLst>
          </p:cNvPr>
          <p:cNvCxnSpPr>
            <a:cxnSpLocks/>
          </p:cNvCxnSpPr>
          <p:nvPr/>
        </p:nvCxnSpPr>
        <p:spPr>
          <a:xfrm>
            <a:off x="4065246" y="12342705"/>
            <a:ext cx="1086254" cy="0"/>
          </a:xfrm>
          <a:prstGeom prst="straightConnector1">
            <a:avLst/>
          </a:prstGeom>
          <a:ln w="63500">
            <a:solidFill>
              <a:schemeClr val="tx1"/>
            </a:solidFill>
            <a:prstDash val="sysDot"/>
            <a:tailEnd type="stealth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直線矢印コネクタ 107">
            <a:extLst>
              <a:ext uri="{FF2B5EF4-FFF2-40B4-BE49-F238E27FC236}">
                <a16:creationId xmlns:a16="http://schemas.microsoft.com/office/drawing/2014/main" id="{A80DD3A7-280A-2DA8-1D74-FFE04224F97C}"/>
              </a:ext>
            </a:extLst>
          </p:cNvPr>
          <p:cNvCxnSpPr>
            <a:cxnSpLocks/>
          </p:cNvCxnSpPr>
          <p:nvPr/>
        </p:nvCxnSpPr>
        <p:spPr>
          <a:xfrm>
            <a:off x="4061911" y="12101337"/>
            <a:ext cx="1086254" cy="0"/>
          </a:xfrm>
          <a:prstGeom prst="straightConnector1">
            <a:avLst/>
          </a:prstGeom>
          <a:ln w="63500">
            <a:solidFill>
              <a:schemeClr val="tx1"/>
            </a:solidFill>
            <a:prstDash val="solid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直線矢印コネクタ 108">
            <a:extLst>
              <a:ext uri="{FF2B5EF4-FFF2-40B4-BE49-F238E27FC236}">
                <a16:creationId xmlns:a16="http://schemas.microsoft.com/office/drawing/2014/main" id="{85A292EF-0D0B-FB94-CEF7-CE8DAF9DEF17}"/>
              </a:ext>
            </a:extLst>
          </p:cNvPr>
          <p:cNvCxnSpPr>
            <a:cxnSpLocks/>
          </p:cNvCxnSpPr>
          <p:nvPr/>
        </p:nvCxnSpPr>
        <p:spPr>
          <a:xfrm>
            <a:off x="4065248" y="12591629"/>
            <a:ext cx="1086254" cy="0"/>
          </a:xfrm>
          <a:prstGeom prst="straightConnector1">
            <a:avLst/>
          </a:prstGeom>
          <a:ln w="63500">
            <a:solidFill>
              <a:schemeClr val="tx1"/>
            </a:solidFill>
            <a:prstDash val="sysDot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テキスト ボックス 103">
            <a:extLst>
              <a:ext uri="{FF2B5EF4-FFF2-40B4-BE49-F238E27FC236}">
                <a16:creationId xmlns:a16="http://schemas.microsoft.com/office/drawing/2014/main" id="{825DEDB6-7365-FD19-A88E-5D23AA9A900E}"/>
              </a:ext>
            </a:extLst>
          </p:cNvPr>
          <p:cNvSpPr txBox="1"/>
          <p:nvPr/>
        </p:nvSpPr>
        <p:spPr>
          <a:xfrm>
            <a:off x="3418916" y="11416942"/>
            <a:ext cx="487027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600" b="1" dirty="0"/>
              <a:t>凡例：</a:t>
            </a:r>
            <a:endParaRPr lang="en-US" altLang="ja-JP" sz="1600" b="1" dirty="0"/>
          </a:p>
          <a:p>
            <a:pPr marL="628613" lvl="1" indent="-171440">
              <a:buFont typeface="Arial" panose="020B0604020202020204" pitchFamily="34" charset="0"/>
              <a:buChar char="•"/>
            </a:pPr>
            <a:r>
              <a:rPr lang="ja-JP" altLang="en-US" sz="1600" dirty="0"/>
              <a:t>　　　　：命令、所有</a:t>
            </a:r>
            <a:endParaRPr lang="en-US" altLang="ja-JP" sz="1600" dirty="0"/>
          </a:p>
          <a:p>
            <a:pPr marL="628613" lvl="1" indent="-171440">
              <a:buFont typeface="Arial" panose="020B0604020202020204" pitchFamily="34" charset="0"/>
              <a:buChar char="•"/>
            </a:pPr>
            <a:r>
              <a:rPr lang="ja-JP" altLang="en-US" sz="1600" dirty="0"/>
              <a:t>　　　　：継承</a:t>
            </a:r>
            <a:endParaRPr lang="en-US" altLang="ja-JP" sz="1600" dirty="0"/>
          </a:p>
          <a:p>
            <a:pPr marL="628613" lvl="1" indent="-171440">
              <a:buFont typeface="Arial" panose="020B0604020202020204" pitchFamily="34" charset="0"/>
              <a:buChar char="•"/>
            </a:pPr>
            <a:r>
              <a:rPr lang="ja-JP" altLang="en-US" sz="1600" dirty="0"/>
              <a:t>　　　　：一時的な読み込み</a:t>
            </a:r>
            <a:endParaRPr lang="en-US" altLang="ja-JP" sz="1600" dirty="0"/>
          </a:p>
          <a:p>
            <a:pPr marL="628613" lvl="1" indent="-171440">
              <a:buFont typeface="Arial" panose="020B0604020202020204" pitchFamily="34" charset="0"/>
              <a:buChar char="•"/>
            </a:pPr>
            <a:r>
              <a:rPr lang="ja-JP" altLang="en-US" sz="1600" dirty="0"/>
              <a:t>　　　　：実装</a:t>
            </a:r>
          </a:p>
        </p:txBody>
      </p:sp>
    </p:spTree>
    <p:extLst>
      <p:ext uri="{BB962C8B-B14F-4D97-AF65-F5344CB8AC3E}">
        <p14:creationId xmlns:p14="http://schemas.microsoft.com/office/powerpoint/2010/main" val="25547095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99</TotalTime>
  <Words>154</Words>
  <Application>Microsoft Office PowerPoint</Application>
  <PresentationFormat>ユーザー設定</PresentationFormat>
  <Paragraphs>37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モボ-SemiBold</vt:lpstr>
      <vt:lpstr>Aptos</vt:lpstr>
      <vt:lpstr>Aptos Display</vt:lpstr>
      <vt:lpstr>Arial</vt:lpstr>
      <vt:lpstr>Consolas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山崎 承太郎</dc:creator>
  <cp:lastModifiedBy>山崎 承太郎</cp:lastModifiedBy>
  <cp:revision>57</cp:revision>
  <dcterms:created xsi:type="dcterms:W3CDTF">2026-02-11T07:52:07Z</dcterms:created>
  <dcterms:modified xsi:type="dcterms:W3CDTF">2026-02-11T12:03:45Z</dcterms:modified>
</cp:coreProperties>
</file>