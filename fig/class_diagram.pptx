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3999825" cy="13500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07" userDrawn="1">
          <p15:clr>
            <a:srgbClr val="A4A3A4"/>
          </p15:clr>
        </p15:guide>
        <p15:guide id="2" pos="75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634" y="629"/>
      </p:cViewPr>
      <p:guideLst>
        <p:guide orient="horz" pos="4207"/>
        <p:guide pos="75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000" cy="1800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9978" y="2209392"/>
            <a:ext cx="17999869" cy="4700035"/>
          </a:xfrm>
        </p:spPr>
        <p:txBody>
          <a:bodyPr anchor="b"/>
          <a:lstStyle>
            <a:lvl1pPr algn="ctr">
              <a:defRPr sz="1181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9978" y="7090679"/>
            <a:ext cx="17999869" cy="3259398"/>
          </a:xfrm>
        </p:spPr>
        <p:txBody>
          <a:bodyPr/>
          <a:lstStyle>
            <a:lvl1pPr marL="0" indent="0" algn="ctr">
              <a:buNone/>
              <a:defRPr sz="4724"/>
            </a:lvl1pPr>
            <a:lvl2pPr marL="899998" indent="0" algn="ctr">
              <a:buNone/>
              <a:defRPr sz="3937"/>
            </a:lvl2pPr>
            <a:lvl3pPr marL="1799996" indent="0" algn="ctr">
              <a:buNone/>
              <a:defRPr sz="3543"/>
            </a:lvl3pPr>
            <a:lvl4pPr marL="2699995" indent="0" algn="ctr">
              <a:buNone/>
              <a:defRPr sz="3150"/>
            </a:lvl4pPr>
            <a:lvl5pPr marL="3599993" indent="0" algn="ctr">
              <a:buNone/>
              <a:defRPr sz="3150"/>
            </a:lvl5pPr>
            <a:lvl6pPr marL="4499991" indent="0" algn="ctr">
              <a:buNone/>
              <a:defRPr sz="3150"/>
            </a:lvl6pPr>
            <a:lvl7pPr marL="5399989" indent="0" algn="ctr">
              <a:buNone/>
              <a:defRPr sz="3150"/>
            </a:lvl7pPr>
            <a:lvl8pPr marL="6299987" indent="0" algn="ctr">
              <a:buNone/>
              <a:defRPr sz="3150"/>
            </a:lvl8pPr>
            <a:lvl9pPr marL="7199986" indent="0" algn="ctr">
              <a:buNone/>
              <a:defRPr sz="315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725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82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7488" y="3365652"/>
            <a:ext cx="20699849" cy="5615666"/>
          </a:xfrm>
        </p:spPr>
        <p:txBody>
          <a:bodyPr anchor="b"/>
          <a:lstStyle>
            <a:lvl1pPr>
              <a:defRPr sz="1181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7488" y="9034444"/>
            <a:ext cx="20699849" cy="2953146"/>
          </a:xfrm>
        </p:spPr>
        <p:txBody>
          <a:bodyPr/>
          <a:lstStyle>
            <a:lvl1pPr marL="0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1pPr>
            <a:lvl2pPr marL="899998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799996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699995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599993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49999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39998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29998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19998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09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9988" y="3593777"/>
            <a:ext cx="10199926" cy="856568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49911" y="3593777"/>
            <a:ext cx="10199926" cy="856568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218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114" y="718756"/>
            <a:ext cx="20699849" cy="260939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3115" y="3309401"/>
            <a:ext cx="10153050" cy="1621886"/>
          </a:xfrm>
        </p:spPr>
        <p:txBody>
          <a:bodyPr anchor="b"/>
          <a:lstStyle>
            <a:lvl1pPr marL="0" indent="0">
              <a:buNone/>
              <a:defRPr sz="4724" b="1"/>
            </a:lvl1pPr>
            <a:lvl2pPr marL="899998" indent="0">
              <a:buNone/>
              <a:defRPr sz="3937" b="1"/>
            </a:lvl2pPr>
            <a:lvl3pPr marL="1799996" indent="0">
              <a:buNone/>
              <a:defRPr sz="3543" b="1"/>
            </a:lvl3pPr>
            <a:lvl4pPr marL="2699995" indent="0">
              <a:buNone/>
              <a:defRPr sz="3150" b="1"/>
            </a:lvl4pPr>
            <a:lvl5pPr marL="3599993" indent="0">
              <a:buNone/>
              <a:defRPr sz="3150" b="1"/>
            </a:lvl5pPr>
            <a:lvl6pPr marL="4499991" indent="0">
              <a:buNone/>
              <a:defRPr sz="3150" b="1"/>
            </a:lvl6pPr>
            <a:lvl7pPr marL="5399989" indent="0">
              <a:buNone/>
              <a:defRPr sz="3150" b="1"/>
            </a:lvl7pPr>
            <a:lvl8pPr marL="6299987" indent="0">
              <a:buNone/>
              <a:defRPr sz="3150" b="1"/>
            </a:lvl8pPr>
            <a:lvl9pPr marL="7199986" indent="0">
              <a:buNone/>
              <a:defRPr sz="315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3115" y="4931286"/>
            <a:ext cx="10153050" cy="725318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149911" y="3309401"/>
            <a:ext cx="10203052" cy="1621886"/>
          </a:xfrm>
        </p:spPr>
        <p:txBody>
          <a:bodyPr anchor="b"/>
          <a:lstStyle>
            <a:lvl1pPr marL="0" indent="0">
              <a:buNone/>
              <a:defRPr sz="4724" b="1"/>
            </a:lvl1pPr>
            <a:lvl2pPr marL="899998" indent="0">
              <a:buNone/>
              <a:defRPr sz="3937" b="1"/>
            </a:lvl2pPr>
            <a:lvl3pPr marL="1799996" indent="0">
              <a:buNone/>
              <a:defRPr sz="3543" b="1"/>
            </a:lvl3pPr>
            <a:lvl4pPr marL="2699995" indent="0">
              <a:buNone/>
              <a:defRPr sz="3150" b="1"/>
            </a:lvl4pPr>
            <a:lvl5pPr marL="3599993" indent="0">
              <a:buNone/>
              <a:defRPr sz="3150" b="1"/>
            </a:lvl5pPr>
            <a:lvl6pPr marL="4499991" indent="0">
              <a:buNone/>
              <a:defRPr sz="3150" b="1"/>
            </a:lvl6pPr>
            <a:lvl7pPr marL="5399989" indent="0">
              <a:buNone/>
              <a:defRPr sz="3150" b="1"/>
            </a:lvl7pPr>
            <a:lvl8pPr marL="6299987" indent="0">
              <a:buNone/>
              <a:defRPr sz="3150" b="1"/>
            </a:lvl8pPr>
            <a:lvl9pPr marL="7199986" indent="0">
              <a:buNone/>
              <a:defRPr sz="315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149911" y="4931286"/>
            <a:ext cx="10203052" cy="725318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084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427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2280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115" y="900007"/>
            <a:ext cx="7740568" cy="3150023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03052" y="1943765"/>
            <a:ext cx="12149911" cy="9593821"/>
          </a:xfrm>
        </p:spPr>
        <p:txBody>
          <a:bodyPr/>
          <a:lstStyle>
            <a:lvl1pPr>
              <a:defRPr sz="6299"/>
            </a:lvl1pPr>
            <a:lvl2pPr>
              <a:defRPr sz="5512"/>
            </a:lvl2pPr>
            <a:lvl3pPr>
              <a:defRPr sz="4724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53115" y="4050030"/>
            <a:ext cx="7740568" cy="7503182"/>
          </a:xfrm>
        </p:spPr>
        <p:txBody>
          <a:bodyPr/>
          <a:lstStyle>
            <a:lvl1pPr marL="0" indent="0">
              <a:buNone/>
              <a:defRPr sz="3150"/>
            </a:lvl1pPr>
            <a:lvl2pPr marL="899998" indent="0">
              <a:buNone/>
              <a:defRPr sz="2756"/>
            </a:lvl2pPr>
            <a:lvl3pPr marL="1799996" indent="0">
              <a:buNone/>
              <a:defRPr sz="2362"/>
            </a:lvl3pPr>
            <a:lvl4pPr marL="2699995" indent="0">
              <a:buNone/>
              <a:defRPr sz="1968"/>
            </a:lvl4pPr>
            <a:lvl5pPr marL="3599993" indent="0">
              <a:buNone/>
              <a:defRPr sz="1968"/>
            </a:lvl5pPr>
            <a:lvl6pPr marL="4499991" indent="0">
              <a:buNone/>
              <a:defRPr sz="1968"/>
            </a:lvl6pPr>
            <a:lvl7pPr marL="5399989" indent="0">
              <a:buNone/>
              <a:defRPr sz="1968"/>
            </a:lvl7pPr>
            <a:lvl8pPr marL="6299987" indent="0">
              <a:buNone/>
              <a:defRPr sz="1968"/>
            </a:lvl8pPr>
            <a:lvl9pPr marL="7199986" indent="0">
              <a:buNone/>
              <a:defRPr sz="196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58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115" y="900007"/>
            <a:ext cx="7740568" cy="3150023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03052" y="1943765"/>
            <a:ext cx="12149911" cy="9593821"/>
          </a:xfrm>
        </p:spPr>
        <p:txBody>
          <a:bodyPr anchor="t"/>
          <a:lstStyle>
            <a:lvl1pPr marL="0" indent="0">
              <a:buNone/>
              <a:defRPr sz="6299"/>
            </a:lvl1pPr>
            <a:lvl2pPr marL="899998" indent="0">
              <a:buNone/>
              <a:defRPr sz="5512"/>
            </a:lvl2pPr>
            <a:lvl3pPr marL="1799996" indent="0">
              <a:buNone/>
              <a:defRPr sz="4724"/>
            </a:lvl3pPr>
            <a:lvl4pPr marL="2699995" indent="0">
              <a:buNone/>
              <a:defRPr sz="3937"/>
            </a:lvl4pPr>
            <a:lvl5pPr marL="3599993" indent="0">
              <a:buNone/>
              <a:defRPr sz="3937"/>
            </a:lvl5pPr>
            <a:lvl6pPr marL="4499991" indent="0">
              <a:buNone/>
              <a:defRPr sz="3937"/>
            </a:lvl6pPr>
            <a:lvl7pPr marL="5399989" indent="0">
              <a:buNone/>
              <a:defRPr sz="3937"/>
            </a:lvl7pPr>
            <a:lvl8pPr marL="6299987" indent="0">
              <a:buNone/>
              <a:defRPr sz="3937"/>
            </a:lvl8pPr>
            <a:lvl9pPr marL="7199986" indent="0">
              <a:buNone/>
              <a:defRPr sz="393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53115" y="4050030"/>
            <a:ext cx="7740568" cy="7503182"/>
          </a:xfrm>
        </p:spPr>
        <p:txBody>
          <a:bodyPr/>
          <a:lstStyle>
            <a:lvl1pPr marL="0" indent="0">
              <a:buNone/>
              <a:defRPr sz="3150"/>
            </a:lvl1pPr>
            <a:lvl2pPr marL="899998" indent="0">
              <a:buNone/>
              <a:defRPr sz="2756"/>
            </a:lvl2pPr>
            <a:lvl3pPr marL="1799996" indent="0">
              <a:buNone/>
              <a:defRPr sz="2362"/>
            </a:lvl3pPr>
            <a:lvl4pPr marL="2699995" indent="0">
              <a:buNone/>
              <a:defRPr sz="1968"/>
            </a:lvl4pPr>
            <a:lvl5pPr marL="3599993" indent="0">
              <a:buNone/>
              <a:defRPr sz="1968"/>
            </a:lvl5pPr>
            <a:lvl6pPr marL="4499991" indent="0">
              <a:buNone/>
              <a:defRPr sz="1968"/>
            </a:lvl6pPr>
            <a:lvl7pPr marL="5399989" indent="0">
              <a:buNone/>
              <a:defRPr sz="1968"/>
            </a:lvl7pPr>
            <a:lvl8pPr marL="6299987" indent="0">
              <a:buNone/>
              <a:defRPr sz="1968"/>
            </a:lvl8pPr>
            <a:lvl9pPr marL="7199986" indent="0">
              <a:buNone/>
              <a:defRPr sz="196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7626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62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174875" y="718755"/>
            <a:ext cx="5174962" cy="114407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9988" y="718755"/>
            <a:ext cx="15224889" cy="114407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636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9988" y="718756"/>
            <a:ext cx="20699849" cy="2609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9988" y="3593777"/>
            <a:ext cx="20699849" cy="856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9988" y="12512594"/>
            <a:ext cx="5399961" cy="7187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DD510-3AD2-4414-BB4D-1B1B031E6710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949942" y="12512594"/>
            <a:ext cx="8099941" cy="7187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949876" y="12512594"/>
            <a:ext cx="5399961" cy="7187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5A233-8FF9-4ADA-AF5F-3C5C8E0BAA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1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799996" rtl="0" eaLnBrk="1" latinLnBrk="0" hangingPunct="1">
        <a:lnSpc>
          <a:spcPct val="90000"/>
        </a:lnSpc>
        <a:spcBef>
          <a:spcPct val="0"/>
        </a:spcBef>
        <a:buNone/>
        <a:defRPr kumimoji="1" sz="86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9999" indent="-449999" algn="l" defTabSz="1799996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kumimoji="1"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49997" indent="-449999" algn="l" defTabSz="1799996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4724" kern="1200">
          <a:solidFill>
            <a:schemeClr val="tx1"/>
          </a:solidFill>
          <a:latin typeface="+mn-lt"/>
          <a:ea typeface="+mn-ea"/>
          <a:cs typeface="+mn-cs"/>
        </a:defRPr>
      </a:lvl2pPr>
      <a:lvl3pPr marL="2249996" indent="-449999" algn="l" defTabSz="1799996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49994" indent="-449999" algn="l" defTabSz="1799996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49992" indent="-449999" algn="l" defTabSz="1799996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49990" indent="-449999" algn="l" defTabSz="1799996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49988" indent="-449999" algn="l" defTabSz="1799996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49987" indent="-449999" algn="l" defTabSz="1799996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49985" indent="-449999" algn="l" defTabSz="1799996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99996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899998" algn="l" defTabSz="1799996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algn="l" defTabSz="1799996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699995" algn="l" defTabSz="1799996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599993" algn="l" defTabSz="1799996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499991" algn="l" defTabSz="1799996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399989" algn="l" defTabSz="1799996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299987" algn="l" defTabSz="1799996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199986" algn="l" defTabSz="1799996" rtl="0" eaLnBrk="1" latinLnBrk="0" hangingPunct="1">
        <a:defRPr kumimoji="1"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1ABF382E-DDBA-B501-B9D1-D7DD4194C68E}"/>
              </a:ext>
            </a:extLst>
          </p:cNvPr>
          <p:cNvSpPr txBox="1"/>
          <p:nvPr/>
        </p:nvSpPr>
        <p:spPr>
          <a:xfrm>
            <a:off x="8844774" y="10850046"/>
            <a:ext cx="63101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latin typeface="Consolas" panose="020B0609020204030204" pitchFamily="49" charset="0"/>
              </a:rPr>
              <a:t>id</a:t>
            </a:r>
            <a:r>
              <a:rPr lang="ja-JP" altLang="en-US" sz="3200" dirty="0"/>
              <a:t>（識別子）</a:t>
            </a:r>
            <a:endParaRPr lang="en-US" altLang="ja-JP" sz="3200" dirty="0"/>
          </a:p>
          <a:p>
            <a:endParaRPr lang="ja-JP" altLang="en-US" sz="1600" dirty="0">
              <a:latin typeface="Consolas" panose="020B0609020204030204" pitchFamily="49" charset="0"/>
            </a:endParaRPr>
          </a:p>
          <a:p>
            <a:r>
              <a:rPr lang="en-US" altLang="ja-JP" sz="3200" dirty="0">
                <a:latin typeface="Consolas" panose="020B0609020204030204" pitchFamily="49" charset="0"/>
              </a:rPr>
              <a:t>onInit(host)</a:t>
            </a:r>
            <a:r>
              <a:rPr lang="en-US" altLang="ja-JP" sz="3200" dirty="0"/>
              <a:t> : </a:t>
            </a:r>
            <a:r>
              <a:rPr lang="ja-JP" altLang="en-US" sz="3200" dirty="0"/>
              <a:t>初期化時の処理</a:t>
            </a:r>
          </a:p>
          <a:p>
            <a:r>
              <a:rPr lang="en-US" altLang="ja-JP" sz="3200" dirty="0">
                <a:latin typeface="Consolas" panose="020B0609020204030204" pitchFamily="49" charset="0"/>
              </a:rPr>
              <a:t>render(container) </a:t>
            </a:r>
            <a:r>
              <a:rPr lang="en-US" altLang="ja-JP" sz="3200" dirty="0"/>
              <a:t>: </a:t>
            </a:r>
            <a:r>
              <a:rPr lang="ja-JP" altLang="en-US" sz="3200" dirty="0"/>
              <a:t>描画処理</a:t>
            </a:r>
          </a:p>
        </p:txBody>
      </p:sp>
      <p:sp>
        <p:nvSpPr>
          <p:cNvPr id="111" name="四角形: 角を丸くする 110">
            <a:extLst>
              <a:ext uri="{FF2B5EF4-FFF2-40B4-BE49-F238E27FC236}">
                <a16:creationId xmlns:a16="http://schemas.microsoft.com/office/drawing/2014/main" id="{D95AB47F-9AB5-A0C3-3070-B06727A25091}"/>
              </a:ext>
            </a:extLst>
          </p:cNvPr>
          <p:cNvSpPr/>
          <p:nvPr/>
        </p:nvSpPr>
        <p:spPr>
          <a:xfrm>
            <a:off x="1027233" y="405155"/>
            <a:ext cx="22456547" cy="12710155"/>
          </a:xfrm>
          <a:prstGeom prst="roundRect">
            <a:avLst>
              <a:gd name="adj" fmla="val 5283"/>
            </a:avLst>
          </a:prstGeom>
          <a:noFill/>
          <a:ln w="1905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199" dirty="0">
              <a:solidFill>
                <a:schemeClr val="tx1"/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1F262937-7454-7491-1D28-843C9A381A36}"/>
              </a:ext>
            </a:extLst>
          </p:cNvPr>
          <p:cNvSpPr/>
          <p:nvPr/>
        </p:nvSpPr>
        <p:spPr>
          <a:xfrm>
            <a:off x="701238" y="9473232"/>
            <a:ext cx="651989" cy="518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C484D61D-71E5-2777-C4B3-75CAE4CFBF91}"/>
              </a:ext>
            </a:extLst>
          </p:cNvPr>
          <p:cNvSpPr/>
          <p:nvPr/>
        </p:nvSpPr>
        <p:spPr>
          <a:xfrm>
            <a:off x="7244760" y="12699262"/>
            <a:ext cx="651989" cy="518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F043E09-C34D-D923-33D5-060AC35B6AE0}"/>
              </a:ext>
            </a:extLst>
          </p:cNvPr>
          <p:cNvSpPr/>
          <p:nvPr/>
        </p:nvSpPr>
        <p:spPr>
          <a:xfrm>
            <a:off x="449460" y="4480623"/>
            <a:ext cx="4507043" cy="4196158"/>
          </a:xfrm>
          <a:prstGeom prst="roundRect">
            <a:avLst>
              <a:gd name="adj" fmla="val 15009"/>
            </a:avLst>
          </a:prstGeom>
          <a:solidFill>
            <a:schemeClr val="bg1"/>
          </a:solidFill>
          <a:ln w="165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199" dirty="0">
              <a:solidFill>
                <a:schemeClr val="tx1"/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5E42608-AFF4-452E-05BA-AE6E545A6368}"/>
              </a:ext>
            </a:extLst>
          </p:cNvPr>
          <p:cNvCxnSpPr>
            <a:cxnSpLocks/>
          </p:cNvCxnSpPr>
          <p:nvPr/>
        </p:nvCxnSpPr>
        <p:spPr>
          <a:xfrm>
            <a:off x="449460" y="6104183"/>
            <a:ext cx="4507043" cy="0"/>
          </a:xfrm>
          <a:prstGeom prst="straightConnector1">
            <a:avLst/>
          </a:prstGeom>
          <a:ln w="1651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1A5CD4-FB22-A2F5-590E-E17A7B08B72D}"/>
              </a:ext>
            </a:extLst>
          </p:cNvPr>
          <p:cNvSpPr txBox="1"/>
          <p:nvPr/>
        </p:nvSpPr>
        <p:spPr>
          <a:xfrm>
            <a:off x="1502446" y="4816773"/>
            <a:ext cx="2401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5400" dirty="0">
                <a:latin typeface="Consolas" panose="020B0609020204030204" pitchFamily="49" charset="0"/>
                <a:ea typeface="モボ-SemiBold" panose="02000700000000000000" pitchFamily="50" charset="-128"/>
              </a:rPr>
              <a:t>DAWIY</a:t>
            </a:r>
            <a:endParaRPr lang="ja-JP" altLang="en-US" sz="5400" dirty="0">
              <a:latin typeface="Consolas" panose="020B0609020204030204" pitchFamily="49" charset="0"/>
              <a:ea typeface="モボ-SemiBold" panose="020007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D99CE-551C-EAD6-8027-671F581ED0E3}"/>
              </a:ext>
            </a:extLst>
          </p:cNvPr>
          <p:cNvSpPr txBox="1"/>
          <p:nvPr/>
        </p:nvSpPr>
        <p:spPr>
          <a:xfrm>
            <a:off x="758558" y="6591999"/>
            <a:ext cx="40132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+mn-ea"/>
              </a:rPr>
              <a:t>・起動する</a:t>
            </a:r>
            <a:endParaRPr lang="en-US" altLang="ja-JP" sz="3200" dirty="0">
              <a:latin typeface="+mn-ea"/>
            </a:endParaRPr>
          </a:p>
          <a:p>
            <a:r>
              <a:rPr lang="ja-JP" altLang="en-US" sz="3200" dirty="0">
                <a:latin typeface="+mn-ea"/>
              </a:rPr>
              <a:t>・プラグイン機能を</a:t>
            </a:r>
            <a:endParaRPr lang="en-US" altLang="ja-JP" sz="3200" dirty="0">
              <a:latin typeface="+mn-ea"/>
            </a:endParaRPr>
          </a:p>
          <a:p>
            <a:r>
              <a:rPr lang="ja-JP" altLang="en-US" sz="3200" dirty="0">
                <a:latin typeface="+mn-ea"/>
              </a:rPr>
              <a:t>　使えるようにする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E8D87E0-63EC-D8C4-6422-6237D1B0D138}"/>
              </a:ext>
            </a:extLst>
          </p:cNvPr>
          <p:cNvSpPr/>
          <p:nvPr/>
        </p:nvSpPr>
        <p:spPr>
          <a:xfrm>
            <a:off x="5058098" y="753180"/>
            <a:ext cx="5152432" cy="3559202"/>
          </a:xfrm>
          <a:prstGeom prst="roundRect">
            <a:avLst>
              <a:gd name="adj" fmla="val 15009"/>
            </a:avLst>
          </a:prstGeom>
          <a:noFill/>
          <a:ln w="165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199" dirty="0">
              <a:solidFill>
                <a:schemeClr val="tx1"/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18595DA-7F58-DE01-E14D-063C525BF517}"/>
              </a:ext>
            </a:extLst>
          </p:cNvPr>
          <p:cNvCxnSpPr>
            <a:cxnSpLocks/>
          </p:cNvCxnSpPr>
          <p:nvPr/>
        </p:nvCxnSpPr>
        <p:spPr>
          <a:xfrm>
            <a:off x="5058098" y="2183930"/>
            <a:ext cx="5072469" cy="7620"/>
          </a:xfrm>
          <a:prstGeom prst="straightConnector1">
            <a:avLst/>
          </a:prstGeom>
          <a:ln w="1651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B68D0DE-B0C3-881D-3A65-D5C9B2D21031}"/>
              </a:ext>
            </a:extLst>
          </p:cNvPr>
          <p:cNvSpPr txBox="1"/>
          <p:nvPr/>
        </p:nvSpPr>
        <p:spPr>
          <a:xfrm>
            <a:off x="5110526" y="1173959"/>
            <a:ext cx="5072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dirty="0">
                <a:latin typeface="Consolas" panose="020B0609020204030204" pitchFamily="49" charset="0"/>
              </a:rPr>
              <a:t>DawiyPluginLoader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9B9FD23-E8AC-0CBF-AE45-7528001A16C7}"/>
              </a:ext>
            </a:extLst>
          </p:cNvPr>
          <p:cNvSpPr txBox="1"/>
          <p:nvPr/>
        </p:nvSpPr>
        <p:spPr>
          <a:xfrm>
            <a:off x="5404826" y="2485274"/>
            <a:ext cx="4389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+mn-ea"/>
              </a:rPr>
              <a:t>・フォルダを見張る</a:t>
            </a:r>
            <a:endParaRPr lang="en-US" altLang="ja-JP" sz="3200" dirty="0">
              <a:latin typeface="+mn-ea"/>
            </a:endParaRPr>
          </a:p>
          <a:p>
            <a:r>
              <a:rPr lang="ja-JP" altLang="en-US" sz="3200" dirty="0">
                <a:latin typeface="+mn-ea"/>
              </a:rPr>
              <a:t>・</a:t>
            </a:r>
            <a:r>
              <a:rPr lang="ja-JP" altLang="en-US" sz="3200" dirty="0"/>
              <a:t>見つけたプラグイン</a:t>
            </a:r>
            <a:endParaRPr lang="en-US" altLang="ja-JP" sz="3200" dirty="0"/>
          </a:p>
          <a:p>
            <a:r>
              <a:rPr lang="ja-JP" altLang="en-US" sz="3200" dirty="0"/>
              <a:t>　を読み込む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C2A6C7D-3887-B4AB-DA13-4023CDA170AD}"/>
              </a:ext>
            </a:extLst>
          </p:cNvPr>
          <p:cNvCxnSpPr>
            <a:cxnSpLocks/>
          </p:cNvCxnSpPr>
          <p:nvPr/>
        </p:nvCxnSpPr>
        <p:spPr>
          <a:xfrm>
            <a:off x="2702982" y="2481259"/>
            <a:ext cx="2068875" cy="0"/>
          </a:xfrm>
          <a:prstGeom prst="straightConnector1">
            <a:avLst/>
          </a:prstGeom>
          <a:ln w="254000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53ED8F4-0743-FBFD-F04F-310CA15030ED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2702982" y="2360442"/>
            <a:ext cx="1" cy="2120181"/>
          </a:xfrm>
          <a:prstGeom prst="straightConnector1">
            <a:avLst/>
          </a:prstGeom>
          <a:ln w="2540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955AEC3-6DC9-4FD1-604D-A38621B2E7EB}"/>
              </a:ext>
            </a:extLst>
          </p:cNvPr>
          <p:cNvCxnSpPr>
            <a:cxnSpLocks/>
          </p:cNvCxnSpPr>
          <p:nvPr/>
        </p:nvCxnSpPr>
        <p:spPr>
          <a:xfrm flipV="1">
            <a:off x="4956503" y="7143545"/>
            <a:ext cx="4454197" cy="14195"/>
          </a:xfrm>
          <a:prstGeom prst="straightConnector1">
            <a:avLst/>
          </a:prstGeom>
          <a:ln w="254000">
            <a:solidFill>
              <a:schemeClr val="tx1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E73E6699-006A-039E-7DF1-77BA93CB21DE}"/>
              </a:ext>
            </a:extLst>
          </p:cNvPr>
          <p:cNvSpPr/>
          <p:nvPr/>
        </p:nvSpPr>
        <p:spPr>
          <a:xfrm>
            <a:off x="9793962" y="5254976"/>
            <a:ext cx="7144412" cy="3559202"/>
          </a:xfrm>
          <a:prstGeom prst="roundRect">
            <a:avLst>
              <a:gd name="adj" fmla="val 15009"/>
            </a:avLst>
          </a:prstGeom>
          <a:noFill/>
          <a:ln w="165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199" dirty="0">
              <a:solidFill>
                <a:schemeClr val="tx1"/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C3F5DB4-A9A5-D896-B391-B68C5C5097E3}"/>
              </a:ext>
            </a:extLst>
          </p:cNvPr>
          <p:cNvCxnSpPr>
            <a:cxnSpLocks/>
          </p:cNvCxnSpPr>
          <p:nvPr/>
        </p:nvCxnSpPr>
        <p:spPr>
          <a:xfrm>
            <a:off x="9766371" y="6527137"/>
            <a:ext cx="7172003" cy="0"/>
          </a:xfrm>
          <a:prstGeom prst="straightConnector1">
            <a:avLst/>
          </a:prstGeom>
          <a:ln w="1651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735A1DA-4964-40CC-EA3D-A155DB89340F}"/>
              </a:ext>
            </a:extLst>
          </p:cNvPr>
          <p:cNvSpPr txBox="1"/>
          <p:nvPr/>
        </p:nvSpPr>
        <p:spPr>
          <a:xfrm>
            <a:off x="11894393" y="5481115"/>
            <a:ext cx="29159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800" dirty="0">
                <a:latin typeface="Consolas" panose="020B0609020204030204" pitchFamily="49" charset="0"/>
              </a:rPr>
              <a:t>HostAPI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D7221F1-C068-7FF7-D047-68E044B6CFA2}"/>
              </a:ext>
            </a:extLst>
          </p:cNvPr>
          <p:cNvSpPr txBox="1"/>
          <p:nvPr/>
        </p:nvSpPr>
        <p:spPr>
          <a:xfrm>
            <a:off x="9766371" y="6805845"/>
            <a:ext cx="7289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・画面を表示する機能を提供</a:t>
            </a:r>
          </a:p>
          <a:p>
            <a:r>
              <a:rPr lang="ja-JP" altLang="en-US" sz="3200" dirty="0"/>
              <a:t>・ファイルを読み書きする機能を提供</a:t>
            </a:r>
          </a:p>
          <a:p>
            <a:r>
              <a:rPr lang="ja-JP" altLang="en-US" sz="3200" dirty="0"/>
              <a:t>・</a:t>
            </a:r>
            <a:r>
              <a:rPr lang="en-US" altLang="ja-JP" sz="3200" dirty="0"/>
              <a:t>DAW</a:t>
            </a:r>
            <a:r>
              <a:rPr lang="ja-JP" altLang="en-US" sz="3200" dirty="0"/>
              <a:t>の再生・停止機能を提供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41FDAB57-10ED-665C-DE35-4226D4801BC1}"/>
              </a:ext>
            </a:extLst>
          </p:cNvPr>
          <p:cNvCxnSpPr>
            <a:cxnSpLocks/>
          </p:cNvCxnSpPr>
          <p:nvPr/>
        </p:nvCxnSpPr>
        <p:spPr>
          <a:xfrm>
            <a:off x="10247434" y="2481259"/>
            <a:ext cx="4304459" cy="0"/>
          </a:xfrm>
          <a:prstGeom prst="straightConnector1">
            <a:avLst/>
          </a:prstGeom>
          <a:ln w="254000">
            <a:solidFill>
              <a:schemeClr val="tx1"/>
            </a:solidFill>
            <a:prstDash val="sysDot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0DB73EBD-5057-F3B9-55C0-9B77F61E5DEA}"/>
              </a:ext>
            </a:extLst>
          </p:cNvPr>
          <p:cNvSpPr/>
          <p:nvPr/>
        </p:nvSpPr>
        <p:spPr>
          <a:xfrm>
            <a:off x="14879084" y="885727"/>
            <a:ext cx="5750600" cy="3191065"/>
          </a:xfrm>
          <a:prstGeom prst="roundRect">
            <a:avLst>
              <a:gd name="adj" fmla="val 0"/>
            </a:avLst>
          </a:prstGeom>
          <a:noFill/>
          <a:ln w="165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199" dirty="0">
              <a:solidFill>
                <a:schemeClr val="tx1"/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7B49A743-4174-27A9-F55B-EA346F6FC891}"/>
              </a:ext>
            </a:extLst>
          </p:cNvPr>
          <p:cNvCxnSpPr>
            <a:cxnSpLocks/>
          </p:cNvCxnSpPr>
          <p:nvPr/>
        </p:nvCxnSpPr>
        <p:spPr>
          <a:xfrm>
            <a:off x="14835821" y="2009775"/>
            <a:ext cx="5793863" cy="0"/>
          </a:xfrm>
          <a:prstGeom prst="straightConnector1">
            <a:avLst/>
          </a:prstGeom>
          <a:ln w="1651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CFD5B5D-6B78-5338-691F-34FF8BBD01FD}"/>
              </a:ext>
            </a:extLst>
          </p:cNvPr>
          <p:cNvSpPr txBox="1"/>
          <p:nvPr/>
        </p:nvSpPr>
        <p:spPr>
          <a:xfrm>
            <a:off x="15174474" y="1178934"/>
            <a:ext cx="5112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latin typeface="Consolas" panose="020B0609020204030204" pitchFamily="49" charset="0"/>
              </a:rPr>
              <a:t>ユーザのプラグイン</a:t>
            </a:r>
            <a:endParaRPr lang="en-US" altLang="ja-JP" sz="3600" dirty="0">
              <a:latin typeface="Consolas" panose="020B0609020204030204" pitchFamily="49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C7E1ADC-D5F4-1DF2-EA5D-E37B8997448A}"/>
              </a:ext>
            </a:extLst>
          </p:cNvPr>
          <p:cNvSpPr txBox="1"/>
          <p:nvPr/>
        </p:nvSpPr>
        <p:spPr>
          <a:xfrm>
            <a:off x="14990992" y="2291549"/>
            <a:ext cx="5447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・初期化時に</a:t>
            </a:r>
            <a:r>
              <a:rPr lang="en-US" altLang="ja-JP" sz="3200" dirty="0">
                <a:latin typeface="Consolas" panose="020B0609020204030204" pitchFamily="49" charset="0"/>
              </a:rPr>
              <a:t>API</a:t>
            </a:r>
            <a:r>
              <a:rPr lang="ja-JP" altLang="en-US" sz="3200" dirty="0"/>
              <a:t>を受け取る</a:t>
            </a:r>
          </a:p>
          <a:p>
            <a:r>
              <a:rPr lang="ja-JP" altLang="en-US" sz="3200" dirty="0"/>
              <a:t>・画面を作る</a:t>
            </a:r>
          </a:p>
          <a:p>
            <a:r>
              <a:rPr lang="ja-JP" altLang="en-US" sz="3200" dirty="0"/>
              <a:t>・機能を実行する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CB3ED67-C7DF-274E-381E-D0EA7B3297CC}"/>
              </a:ext>
            </a:extLst>
          </p:cNvPr>
          <p:cNvSpPr txBox="1"/>
          <p:nvPr/>
        </p:nvSpPr>
        <p:spPr>
          <a:xfrm>
            <a:off x="1475125" y="1368725"/>
            <a:ext cx="3582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1.</a:t>
            </a:r>
            <a:r>
              <a:rPr kumimoji="1" lang="ja-JP" altLang="en-US" sz="3600" dirty="0"/>
              <a:t>  起動時に命令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B28E2B8-820E-ADE9-10CE-71850E119A55}"/>
              </a:ext>
            </a:extLst>
          </p:cNvPr>
          <p:cNvSpPr txBox="1"/>
          <p:nvPr/>
        </p:nvSpPr>
        <p:spPr>
          <a:xfrm>
            <a:off x="5234657" y="6184682"/>
            <a:ext cx="4407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>
                <a:latin typeface="Consolas" panose="020B0609020204030204" pitchFamily="49" charset="0"/>
              </a:rPr>
              <a:t>HostAPI</a:t>
            </a:r>
            <a:r>
              <a:rPr lang="ja-JP" altLang="en-US" sz="3600" dirty="0">
                <a:latin typeface="+mn-ea"/>
              </a:rPr>
              <a:t>を提供する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0B93CEA-66CB-0998-CEA7-AEB28B178C91}"/>
              </a:ext>
            </a:extLst>
          </p:cNvPr>
          <p:cNvSpPr txBox="1"/>
          <p:nvPr/>
        </p:nvSpPr>
        <p:spPr>
          <a:xfrm>
            <a:off x="9967138" y="1355156"/>
            <a:ext cx="491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dirty="0"/>
              <a:t>2.</a:t>
            </a:r>
            <a:r>
              <a:rPr kumimoji="1" lang="ja-JP" altLang="en-US" sz="3600" dirty="0"/>
              <a:t>  発見して読み込む</a:t>
            </a: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B6A3D3E5-F56A-C719-8686-2FE2048616B5}"/>
              </a:ext>
            </a:extLst>
          </p:cNvPr>
          <p:cNvCxnSpPr>
            <a:cxnSpLocks/>
          </p:cNvCxnSpPr>
          <p:nvPr/>
        </p:nvCxnSpPr>
        <p:spPr>
          <a:xfrm>
            <a:off x="15985461" y="4076792"/>
            <a:ext cx="0" cy="945932"/>
          </a:xfrm>
          <a:prstGeom prst="straightConnector1">
            <a:avLst/>
          </a:prstGeom>
          <a:ln w="254000">
            <a:solidFill>
              <a:schemeClr val="tx1"/>
            </a:solidFill>
            <a:prstDash val="sysDot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5AD9438F-A4EA-00AE-145A-A726FCBAB02F}"/>
              </a:ext>
            </a:extLst>
          </p:cNvPr>
          <p:cNvSpPr txBox="1"/>
          <p:nvPr/>
        </p:nvSpPr>
        <p:spPr>
          <a:xfrm>
            <a:off x="9943017" y="4376393"/>
            <a:ext cx="588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/>
              <a:t>3.</a:t>
            </a:r>
            <a:r>
              <a:rPr kumimoji="1" lang="ja-JP" altLang="en-US" sz="3600" dirty="0"/>
              <a:t>  </a:t>
            </a:r>
            <a:r>
              <a:rPr kumimoji="1" lang="en-US" altLang="ja-JP" sz="3600" dirty="0">
                <a:latin typeface="Consolas" panose="020B0609020204030204" pitchFamily="49" charset="0"/>
              </a:rPr>
              <a:t>API</a:t>
            </a:r>
            <a:r>
              <a:rPr kumimoji="1" lang="ja-JP" altLang="en-US" sz="3600" dirty="0"/>
              <a:t>を使って</a:t>
            </a:r>
            <a:r>
              <a:rPr kumimoji="1" lang="en-US" altLang="ja-JP" sz="3600" dirty="0"/>
              <a:t>DAW</a:t>
            </a:r>
            <a:r>
              <a:rPr kumimoji="1" lang="ja-JP" altLang="en-US" sz="3600" dirty="0"/>
              <a:t>を操作</a:t>
            </a:r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3345EBE9-AD86-027E-55E5-864CD409920A}"/>
              </a:ext>
            </a:extLst>
          </p:cNvPr>
          <p:cNvCxnSpPr>
            <a:cxnSpLocks/>
          </p:cNvCxnSpPr>
          <p:nvPr/>
        </p:nvCxnSpPr>
        <p:spPr>
          <a:xfrm>
            <a:off x="19451947" y="4054934"/>
            <a:ext cx="0" cy="1372549"/>
          </a:xfrm>
          <a:prstGeom prst="straightConnector1">
            <a:avLst/>
          </a:prstGeom>
          <a:ln w="2540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283C3DE-F56B-3995-CD4C-4D9E8B4560E2}"/>
              </a:ext>
            </a:extLst>
          </p:cNvPr>
          <p:cNvSpPr txBox="1"/>
          <p:nvPr/>
        </p:nvSpPr>
        <p:spPr>
          <a:xfrm>
            <a:off x="19775569" y="4227154"/>
            <a:ext cx="3563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/>
              <a:t>継承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/>
              <a:t>（親子の関係）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B68938FE-4905-E741-6796-A49AD48C93BB}"/>
              </a:ext>
            </a:extLst>
          </p:cNvPr>
          <p:cNvSpPr/>
          <p:nvPr/>
        </p:nvSpPr>
        <p:spPr>
          <a:xfrm>
            <a:off x="17845926" y="5682701"/>
            <a:ext cx="5017797" cy="3272154"/>
          </a:xfrm>
          <a:prstGeom prst="roundRect">
            <a:avLst>
              <a:gd name="adj" fmla="val 19653"/>
            </a:avLst>
          </a:prstGeom>
          <a:noFill/>
          <a:ln w="165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199" dirty="0">
              <a:solidFill>
                <a:schemeClr val="tx1"/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D66FB1A3-6D02-49EB-A70F-0D041E57CEE9}"/>
              </a:ext>
            </a:extLst>
          </p:cNvPr>
          <p:cNvCxnSpPr>
            <a:cxnSpLocks/>
          </p:cNvCxnSpPr>
          <p:nvPr/>
        </p:nvCxnSpPr>
        <p:spPr>
          <a:xfrm>
            <a:off x="17811230" y="7574898"/>
            <a:ext cx="5017797" cy="9893"/>
          </a:xfrm>
          <a:prstGeom prst="straightConnector1">
            <a:avLst/>
          </a:prstGeom>
          <a:ln w="1651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0840CB1C-0EF9-422A-C953-89642A8FA540}"/>
              </a:ext>
            </a:extLst>
          </p:cNvPr>
          <p:cNvSpPr txBox="1"/>
          <p:nvPr/>
        </p:nvSpPr>
        <p:spPr>
          <a:xfrm>
            <a:off x="18117942" y="6598392"/>
            <a:ext cx="45262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dirty="0">
                <a:latin typeface="Consolas" panose="020B0609020204030204" pitchFamily="49" charset="0"/>
              </a:rPr>
              <a:t>DawiyPluginBase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F9919D6E-36E7-D815-BB2C-4A8C45184481}"/>
              </a:ext>
            </a:extLst>
          </p:cNvPr>
          <p:cNvSpPr txBox="1"/>
          <p:nvPr/>
        </p:nvSpPr>
        <p:spPr>
          <a:xfrm>
            <a:off x="18340040" y="7946657"/>
            <a:ext cx="4082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dirty="0">
                <a:latin typeface="Consolas" panose="020B0609020204030204" pitchFamily="49" charset="0"/>
              </a:rPr>
              <a:t>host : HostAPI</a:t>
            </a:r>
            <a:endParaRPr lang="ja-JP" altLang="en-US" sz="3600" dirty="0">
              <a:latin typeface="Consolas" panose="020B0609020204030204" pitchFamily="49" charset="0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A5870F6-4B86-DFEA-9A22-CBE883BD6871}"/>
              </a:ext>
            </a:extLst>
          </p:cNvPr>
          <p:cNvSpPr txBox="1"/>
          <p:nvPr/>
        </p:nvSpPr>
        <p:spPr>
          <a:xfrm>
            <a:off x="18563506" y="5994711"/>
            <a:ext cx="3513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latin typeface="+mn-ea"/>
              </a:rPr>
              <a:t>&lt;&lt;</a:t>
            </a:r>
            <a:r>
              <a:rPr lang="ja-JP" altLang="en-US" sz="3200" dirty="0">
                <a:latin typeface="+mn-ea"/>
              </a:rPr>
              <a:t>抽象クラス</a:t>
            </a:r>
            <a:r>
              <a:rPr lang="en-US" altLang="ja-JP" sz="3200" dirty="0">
                <a:latin typeface="+mn-ea"/>
              </a:rPr>
              <a:t>&gt;&gt;</a:t>
            </a:r>
          </a:p>
        </p:txBody>
      </p: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69231C88-A2B4-1AC5-E749-FEE56C4EAD7F}"/>
              </a:ext>
            </a:extLst>
          </p:cNvPr>
          <p:cNvCxnSpPr>
            <a:cxnSpLocks/>
          </p:cNvCxnSpPr>
          <p:nvPr/>
        </p:nvCxnSpPr>
        <p:spPr>
          <a:xfrm flipH="1">
            <a:off x="15444300" y="11561496"/>
            <a:ext cx="6196499" cy="0"/>
          </a:xfrm>
          <a:prstGeom prst="straightConnector1">
            <a:avLst/>
          </a:prstGeom>
          <a:ln w="254000">
            <a:solidFill>
              <a:schemeClr val="tx1"/>
            </a:solidFill>
            <a:prstDash val="sysDot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3B0DD984-2671-FD8B-BD17-04E977B7335F}"/>
              </a:ext>
            </a:extLst>
          </p:cNvPr>
          <p:cNvSpPr/>
          <p:nvPr/>
        </p:nvSpPr>
        <p:spPr>
          <a:xfrm>
            <a:off x="8581296" y="9167187"/>
            <a:ext cx="6539383" cy="3597706"/>
          </a:xfrm>
          <a:prstGeom prst="roundRect">
            <a:avLst>
              <a:gd name="adj" fmla="val 15009"/>
            </a:avLst>
          </a:prstGeom>
          <a:noFill/>
          <a:ln w="165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199" dirty="0">
              <a:solidFill>
                <a:schemeClr val="tx1"/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036D5959-F4B0-39F5-B231-741D9332BD22}"/>
              </a:ext>
            </a:extLst>
          </p:cNvPr>
          <p:cNvCxnSpPr>
            <a:cxnSpLocks/>
          </p:cNvCxnSpPr>
          <p:nvPr/>
        </p:nvCxnSpPr>
        <p:spPr>
          <a:xfrm>
            <a:off x="8581296" y="10713509"/>
            <a:ext cx="6539383" cy="0"/>
          </a:xfrm>
          <a:prstGeom prst="straightConnector1">
            <a:avLst/>
          </a:prstGeom>
          <a:ln w="1651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9BFF2FE-22D9-EAE6-068E-6260B4460F0D}"/>
              </a:ext>
            </a:extLst>
          </p:cNvPr>
          <p:cNvSpPr txBox="1"/>
          <p:nvPr/>
        </p:nvSpPr>
        <p:spPr>
          <a:xfrm>
            <a:off x="9915527" y="9882794"/>
            <a:ext cx="38882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dirty="0">
                <a:latin typeface="Consolas" panose="020B0609020204030204" pitchFamily="49" charset="0"/>
              </a:rPr>
              <a:t>IDawiyPlugin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E7B82E25-5282-C769-9B37-BF4C1B38F5C9}"/>
              </a:ext>
            </a:extLst>
          </p:cNvPr>
          <p:cNvSpPr txBox="1"/>
          <p:nvPr/>
        </p:nvSpPr>
        <p:spPr>
          <a:xfrm>
            <a:off x="16233158" y="10481218"/>
            <a:ext cx="5017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実装（ルールを守る）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1175B58F-14AB-BE5E-2D86-FD797F43898B}"/>
              </a:ext>
            </a:extLst>
          </p:cNvPr>
          <p:cNvSpPr txBox="1"/>
          <p:nvPr/>
        </p:nvSpPr>
        <p:spPr>
          <a:xfrm>
            <a:off x="9167376" y="9355739"/>
            <a:ext cx="5384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dirty="0">
                <a:latin typeface="+mn-ea"/>
              </a:rPr>
              <a:t>&lt;&lt;</a:t>
            </a:r>
            <a:r>
              <a:rPr lang="ja-JP" altLang="en-US" sz="3200" dirty="0">
                <a:latin typeface="+mn-ea"/>
              </a:rPr>
              <a:t>インターフェース</a:t>
            </a:r>
            <a:r>
              <a:rPr lang="en-US" altLang="ja-JP" sz="3200" dirty="0">
                <a:latin typeface="+mn-ea"/>
              </a:rPr>
              <a:t>&gt;&gt;</a:t>
            </a:r>
          </a:p>
        </p:txBody>
      </p: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C315EC2D-C9F5-39B8-392D-EC2BF41EF39F}"/>
              </a:ext>
            </a:extLst>
          </p:cNvPr>
          <p:cNvCxnSpPr>
            <a:cxnSpLocks/>
          </p:cNvCxnSpPr>
          <p:nvPr/>
        </p:nvCxnSpPr>
        <p:spPr>
          <a:xfrm>
            <a:off x="8581296" y="11570383"/>
            <a:ext cx="6539383" cy="0"/>
          </a:xfrm>
          <a:prstGeom prst="straightConnector1">
            <a:avLst/>
          </a:prstGeom>
          <a:ln w="1651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D77FF0A1-AD3F-3150-F973-4466582887BA}"/>
              </a:ext>
            </a:extLst>
          </p:cNvPr>
          <p:cNvSpPr/>
          <p:nvPr/>
        </p:nvSpPr>
        <p:spPr>
          <a:xfrm>
            <a:off x="536012" y="9779415"/>
            <a:ext cx="7064967" cy="34442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825DEDB6-7365-FD19-A88E-5D23AA9A900E}"/>
              </a:ext>
            </a:extLst>
          </p:cNvPr>
          <p:cNvSpPr txBox="1"/>
          <p:nvPr/>
        </p:nvSpPr>
        <p:spPr>
          <a:xfrm>
            <a:off x="609828" y="10091947"/>
            <a:ext cx="69307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 dirty="0"/>
              <a:t>凡例：</a:t>
            </a:r>
            <a:endParaRPr lang="en-US" altLang="ja-JP" sz="3600" b="1" dirty="0"/>
          </a:p>
          <a:p>
            <a:pPr marL="628613" lvl="1" indent="-171440">
              <a:buFont typeface="Arial" panose="020B0604020202020204" pitchFamily="34" charset="0"/>
              <a:buChar char="•"/>
            </a:pPr>
            <a:r>
              <a:rPr lang="ja-JP" altLang="en-US" sz="3600" dirty="0"/>
              <a:t>　　　　：命令、所有</a:t>
            </a:r>
            <a:endParaRPr lang="en-US" altLang="ja-JP" sz="3600" dirty="0"/>
          </a:p>
          <a:p>
            <a:pPr marL="628613" lvl="1" indent="-171440">
              <a:buFont typeface="Arial" panose="020B0604020202020204" pitchFamily="34" charset="0"/>
              <a:buChar char="•"/>
            </a:pPr>
            <a:r>
              <a:rPr lang="ja-JP" altLang="en-US" sz="3600" dirty="0"/>
              <a:t>　　　　：継承</a:t>
            </a:r>
            <a:endParaRPr lang="en-US" altLang="ja-JP" sz="3600" dirty="0"/>
          </a:p>
          <a:p>
            <a:pPr marL="628613" lvl="1" indent="-171440">
              <a:buFont typeface="Arial" panose="020B0604020202020204" pitchFamily="34" charset="0"/>
              <a:buChar char="•"/>
            </a:pPr>
            <a:r>
              <a:rPr lang="ja-JP" altLang="en-US" sz="3600" dirty="0"/>
              <a:t>　　　　：一時的な読み込み</a:t>
            </a:r>
            <a:endParaRPr lang="en-US" altLang="ja-JP" sz="3600" dirty="0"/>
          </a:p>
          <a:p>
            <a:pPr marL="628613" lvl="1" indent="-171440">
              <a:buFont typeface="Arial" panose="020B0604020202020204" pitchFamily="34" charset="0"/>
              <a:buChar char="•"/>
            </a:pPr>
            <a:r>
              <a:rPr lang="ja-JP" altLang="en-US" sz="3600" dirty="0"/>
              <a:t>　　　　：実装</a:t>
            </a: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B0F2EB56-A9F5-9686-2CD6-13DB6F9EDBA7}"/>
              </a:ext>
            </a:extLst>
          </p:cNvPr>
          <p:cNvCxnSpPr>
            <a:cxnSpLocks/>
          </p:cNvCxnSpPr>
          <p:nvPr/>
        </p:nvCxnSpPr>
        <p:spPr>
          <a:xfrm>
            <a:off x="21501728" y="8920129"/>
            <a:ext cx="0" cy="2519442"/>
          </a:xfrm>
          <a:prstGeom prst="straightConnector1">
            <a:avLst/>
          </a:prstGeom>
          <a:ln w="254000">
            <a:solidFill>
              <a:schemeClr val="tx1"/>
            </a:solidFill>
            <a:prstDash val="sysDot"/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782E8296-DF4B-F5C1-0381-2095DD77C7BA}"/>
              </a:ext>
            </a:extLst>
          </p:cNvPr>
          <p:cNvCxnSpPr>
            <a:cxnSpLocks/>
          </p:cNvCxnSpPr>
          <p:nvPr/>
        </p:nvCxnSpPr>
        <p:spPr>
          <a:xfrm>
            <a:off x="1504928" y="10929909"/>
            <a:ext cx="1667899" cy="0"/>
          </a:xfrm>
          <a:prstGeom prst="straightConnector1">
            <a:avLst/>
          </a:prstGeom>
          <a:ln w="152400">
            <a:solidFill>
              <a:schemeClr val="tx1"/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A80DD3A7-280A-2DA8-1D74-FFE04224F97C}"/>
              </a:ext>
            </a:extLst>
          </p:cNvPr>
          <p:cNvCxnSpPr>
            <a:cxnSpLocks/>
          </p:cNvCxnSpPr>
          <p:nvPr/>
        </p:nvCxnSpPr>
        <p:spPr>
          <a:xfrm>
            <a:off x="1510823" y="11490014"/>
            <a:ext cx="1662004" cy="0"/>
          </a:xfrm>
          <a:prstGeom prst="straightConnector1">
            <a:avLst/>
          </a:prstGeom>
          <a:ln w="152400">
            <a:solidFill>
              <a:schemeClr val="tx1"/>
            </a:solidFill>
            <a:prstDash val="soli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矢印コネクタ 105">
            <a:extLst>
              <a:ext uri="{FF2B5EF4-FFF2-40B4-BE49-F238E27FC236}">
                <a16:creationId xmlns:a16="http://schemas.microsoft.com/office/drawing/2014/main" id="{F5EAFAF1-D899-2B4E-94F0-A624B8DEC0E6}"/>
              </a:ext>
            </a:extLst>
          </p:cNvPr>
          <p:cNvCxnSpPr>
            <a:cxnSpLocks/>
          </p:cNvCxnSpPr>
          <p:nvPr/>
        </p:nvCxnSpPr>
        <p:spPr>
          <a:xfrm>
            <a:off x="1510823" y="12034173"/>
            <a:ext cx="1662004" cy="0"/>
          </a:xfrm>
          <a:prstGeom prst="straightConnector1">
            <a:avLst/>
          </a:prstGeom>
          <a:ln w="152400">
            <a:solidFill>
              <a:schemeClr val="tx1"/>
            </a:solidFill>
            <a:prstDash val="sysDot"/>
            <a:tailEnd type="stealth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5A292EF-0D0B-FB94-CEF7-CE8DAF9DEF17}"/>
              </a:ext>
            </a:extLst>
          </p:cNvPr>
          <p:cNvCxnSpPr>
            <a:cxnSpLocks/>
          </p:cNvCxnSpPr>
          <p:nvPr/>
        </p:nvCxnSpPr>
        <p:spPr>
          <a:xfrm>
            <a:off x="1510823" y="12564610"/>
            <a:ext cx="1662004" cy="4869"/>
          </a:xfrm>
          <a:prstGeom prst="straightConnector1">
            <a:avLst/>
          </a:prstGeom>
          <a:ln w="152400">
            <a:solidFill>
              <a:schemeClr val="tx1"/>
            </a:solidFill>
            <a:prstDash val="sysDot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709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154</Words>
  <Application>Microsoft Office PowerPoint</Application>
  <PresentationFormat>ユーザー設定</PresentationFormat>
  <Paragraphs>37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モボ-SemiBold</vt:lpstr>
      <vt:lpstr>Aptos</vt:lpstr>
      <vt:lpstr>Aptos Display</vt:lpstr>
      <vt:lpstr>Arial</vt:lpstr>
      <vt:lpstr>Consolas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山崎 承太郎</dc:creator>
  <cp:lastModifiedBy>山崎 承太郎</cp:lastModifiedBy>
  <cp:revision>92</cp:revision>
  <dcterms:created xsi:type="dcterms:W3CDTF">2026-02-11T07:52:07Z</dcterms:created>
  <dcterms:modified xsi:type="dcterms:W3CDTF">2026-02-11T12:24:07Z</dcterms:modified>
</cp:coreProperties>
</file>