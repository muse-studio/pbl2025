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80006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5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994" y="931"/>
      </p:cViewPr>
      <p:guideLst>
        <p:guide orient="horz" pos="2137"/>
        <p:guide pos="56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122363"/>
            <a:ext cx="1350049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3602038"/>
            <a:ext cx="13500497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2580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092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1709739"/>
            <a:ext cx="1552557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4589464"/>
            <a:ext cx="1552557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3875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1825625"/>
            <a:ext cx="7650282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1825625"/>
            <a:ext cx="7650282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910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365126"/>
            <a:ext cx="15525572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1681163"/>
            <a:ext cx="76151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2505075"/>
            <a:ext cx="7615123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1681163"/>
            <a:ext cx="765262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2505075"/>
            <a:ext cx="7652626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63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7669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6372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457200"/>
            <a:ext cx="580568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987426"/>
            <a:ext cx="9112836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057400"/>
            <a:ext cx="580568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0277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457200"/>
            <a:ext cx="580568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987426"/>
            <a:ext cx="9112836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057400"/>
            <a:ext cx="580568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466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3892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365125"/>
            <a:ext cx="3881393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365125"/>
            <a:ext cx="11419171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59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365126"/>
            <a:ext cx="155255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1825625"/>
            <a:ext cx="1552557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6356351"/>
            <a:ext cx="40501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6356351"/>
            <a:ext cx="60752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6356351"/>
            <a:ext cx="40501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3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四角形: 角を丸くする 110">
            <a:extLst>
              <a:ext uri="{FF2B5EF4-FFF2-40B4-BE49-F238E27FC236}">
                <a16:creationId xmlns:a16="http://schemas.microsoft.com/office/drawing/2014/main" id="{D95AB47F-9AB5-A0C3-3070-B06727A25091}"/>
              </a:ext>
            </a:extLst>
          </p:cNvPr>
          <p:cNvSpPr/>
          <p:nvPr/>
        </p:nvSpPr>
        <p:spPr>
          <a:xfrm>
            <a:off x="717624" y="173259"/>
            <a:ext cx="17103589" cy="6388488"/>
          </a:xfrm>
          <a:prstGeom prst="roundRect">
            <a:avLst>
              <a:gd name="adj" fmla="val 5283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1F262937-7454-7491-1D28-843C9A381A36}"/>
              </a:ext>
            </a:extLst>
          </p:cNvPr>
          <p:cNvSpPr/>
          <p:nvPr/>
        </p:nvSpPr>
        <p:spPr>
          <a:xfrm>
            <a:off x="434456" y="4914434"/>
            <a:ext cx="495946" cy="3227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C484D61D-71E5-2777-C4B3-75CAE4CFBF91}"/>
              </a:ext>
            </a:extLst>
          </p:cNvPr>
          <p:cNvSpPr/>
          <p:nvPr/>
        </p:nvSpPr>
        <p:spPr>
          <a:xfrm>
            <a:off x="3855621" y="6365834"/>
            <a:ext cx="495946" cy="3227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F043E09-C34D-D923-33D5-060AC35B6AE0}"/>
              </a:ext>
            </a:extLst>
          </p:cNvPr>
          <p:cNvSpPr/>
          <p:nvPr/>
        </p:nvSpPr>
        <p:spPr>
          <a:xfrm>
            <a:off x="113460" y="1880529"/>
            <a:ext cx="2864908" cy="2214928"/>
          </a:xfrm>
          <a:prstGeom prst="roundRect">
            <a:avLst>
              <a:gd name="adj" fmla="val 15009"/>
            </a:avLst>
          </a:prstGeom>
          <a:solidFill>
            <a:schemeClr val="bg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5E42608-AFF4-452E-05BA-AE6E545A6368}"/>
              </a:ext>
            </a:extLst>
          </p:cNvPr>
          <p:cNvCxnSpPr>
            <a:cxnSpLocks/>
          </p:cNvCxnSpPr>
          <p:nvPr/>
        </p:nvCxnSpPr>
        <p:spPr>
          <a:xfrm>
            <a:off x="113460" y="2698707"/>
            <a:ext cx="2864908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1A5CD4-FB22-A2F5-590E-E17A7B08B72D}"/>
              </a:ext>
            </a:extLst>
          </p:cNvPr>
          <p:cNvSpPr txBox="1"/>
          <p:nvPr/>
        </p:nvSpPr>
        <p:spPr>
          <a:xfrm>
            <a:off x="632709" y="1928757"/>
            <a:ext cx="18264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  <a:ea typeface="モボ-SemiBold" panose="02000700000000000000" pitchFamily="50" charset="-128"/>
              </a:rPr>
              <a:t>DAWIY</a:t>
            </a:r>
            <a:endParaRPr lang="ja-JP" altLang="en-US" sz="4000" dirty="0">
              <a:latin typeface="Consolas" panose="020B0609020204030204" pitchFamily="49" charset="0"/>
              <a:ea typeface="モボ-SemiBold" panose="020007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D99CE-551C-EAD6-8027-671F581ED0E3}"/>
              </a:ext>
            </a:extLst>
          </p:cNvPr>
          <p:cNvSpPr txBox="1"/>
          <p:nvPr/>
        </p:nvSpPr>
        <p:spPr>
          <a:xfrm>
            <a:off x="222313" y="2879061"/>
            <a:ext cx="26472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latin typeface="+mn-ea"/>
              </a:rPr>
              <a:t>・起動する</a:t>
            </a:r>
            <a:endParaRPr lang="en-US" altLang="ja-JP" sz="2000" dirty="0">
              <a:latin typeface="+mn-ea"/>
            </a:endParaRPr>
          </a:p>
          <a:p>
            <a:r>
              <a:rPr lang="ja-JP" altLang="en-US" sz="2000" dirty="0">
                <a:latin typeface="+mn-ea"/>
              </a:rPr>
              <a:t>・プラグイン機能を</a:t>
            </a:r>
            <a:endParaRPr lang="en-US" altLang="ja-JP" sz="2000" dirty="0">
              <a:latin typeface="+mn-ea"/>
            </a:endParaRPr>
          </a:p>
          <a:p>
            <a:r>
              <a:rPr lang="ja-JP" altLang="en-US" sz="2000" dirty="0">
                <a:latin typeface="+mn-ea"/>
              </a:rPr>
              <a:t>　使えるようにする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E8D87E0-63EC-D8C4-6422-6237D1B0D138}"/>
              </a:ext>
            </a:extLst>
          </p:cNvPr>
          <p:cNvSpPr/>
          <p:nvPr/>
        </p:nvSpPr>
        <p:spPr>
          <a:xfrm>
            <a:off x="3878064" y="364087"/>
            <a:ext cx="2864908" cy="2214928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18595DA-7F58-DE01-E14D-063C525BF517}"/>
              </a:ext>
            </a:extLst>
          </p:cNvPr>
          <p:cNvCxnSpPr>
            <a:cxnSpLocks/>
          </p:cNvCxnSpPr>
          <p:nvPr/>
        </p:nvCxnSpPr>
        <p:spPr>
          <a:xfrm>
            <a:off x="3878064" y="1182266"/>
            <a:ext cx="2864908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B68D0DE-B0C3-881D-3A65-D5C9B2D21031}"/>
              </a:ext>
            </a:extLst>
          </p:cNvPr>
          <p:cNvSpPr txBox="1"/>
          <p:nvPr/>
        </p:nvSpPr>
        <p:spPr>
          <a:xfrm>
            <a:off x="4022165" y="593331"/>
            <a:ext cx="2605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latin typeface="Consolas" panose="020B0609020204030204" pitchFamily="49" charset="0"/>
              </a:rPr>
              <a:t>DawiyPluginLoader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B9FD23-E8AC-0CBF-AE45-7528001A16C7}"/>
              </a:ext>
            </a:extLst>
          </p:cNvPr>
          <p:cNvSpPr txBox="1"/>
          <p:nvPr/>
        </p:nvSpPr>
        <p:spPr>
          <a:xfrm>
            <a:off x="3915477" y="1391196"/>
            <a:ext cx="28349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latin typeface="+mn-ea"/>
              </a:rPr>
              <a:t>・フォルダを見張る</a:t>
            </a:r>
            <a:endParaRPr lang="en-US" altLang="ja-JP" sz="2000" dirty="0">
              <a:latin typeface="+mn-ea"/>
            </a:endParaRPr>
          </a:p>
          <a:p>
            <a:r>
              <a:rPr lang="ja-JP" altLang="en-US" sz="2000" dirty="0">
                <a:latin typeface="+mn-ea"/>
              </a:rPr>
              <a:t>・</a:t>
            </a:r>
            <a:r>
              <a:rPr lang="ja-JP" altLang="en-US" sz="2000" dirty="0"/>
              <a:t>見つけたプラグイン</a:t>
            </a:r>
            <a:endParaRPr lang="en-US" altLang="ja-JP" sz="2000" dirty="0"/>
          </a:p>
          <a:p>
            <a:r>
              <a:rPr lang="ja-JP" altLang="en-US" sz="2000" dirty="0"/>
              <a:t>　を読み込む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C2A6C7D-3887-B4AB-DA13-4023CDA170AD}"/>
              </a:ext>
            </a:extLst>
          </p:cNvPr>
          <p:cNvCxnSpPr>
            <a:cxnSpLocks/>
          </p:cNvCxnSpPr>
          <p:nvPr/>
        </p:nvCxnSpPr>
        <p:spPr>
          <a:xfrm>
            <a:off x="1471051" y="1318729"/>
            <a:ext cx="2326524" cy="0"/>
          </a:xfrm>
          <a:prstGeom prst="straightConnector1">
            <a:avLst/>
          </a:prstGeom>
          <a:ln w="1524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53ED8F4-0743-FBFD-F04F-310CA15030ED}"/>
              </a:ext>
            </a:extLst>
          </p:cNvPr>
          <p:cNvCxnSpPr>
            <a:cxnSpLocks/>
          </p:cNvCxnSpPr>
          <p:nvPr/>
        </p:nvCxnSpPr>
        <p:spPr>
          <a:xfrm flipV="1">
            <a:off x="1545914" y="1295400"/>
            <a:ext cx="0" cy="559662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11C1B315-A55A-7B14-999E-44951E383E03}"/>
              </a:ext>
            </a:extLst>
          </p:cNvPr>
          <p:cNvCxnSpPr>
            <a:cxnSpLocks/>
            <a:endCxn id="2" idx="2"/>
          </p:cNvCxnSpPr>
          <p:nvPr/>
        </p:nvCxnSpPr>
        <p:spPr>
          <a:xfrm flipV="1">
            <a:off x="1545914" y="4095457"/>
            <a:ext cx="0" cy="607036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955AEC3-6DC9-4FD1-604D-A38621B2E7EB}"/>
              </a:ext>
            </a:extLst>
          </p:cNvPr>
          <p:cNvCxnSpPr>
            <a:cxnSpLocks/>
          </p:cNvCxnSpPr>
          <p:nvPr/>
        </p:nvCxnSpPr>
        <p:spPr>
          <a:xfrm>
            <a:off x="1482286" y="4702493"/>
            <a:ext cx="3651647" cy="0"/>
          </a:xfrm>
          <a:prstGeom prst="straightConnector1">
            <a:avLst/>
          </a:prstGeom>
          <a:ln w="1524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73E6699-006A-039E-7DF1-77BA93CB21DE}"/>
              </a:ext>
            </a:extLst>
          </p:cNvPr>
          <p:cNvSpPr/>
          <p:nvPr/>
        </p:nvSpPr>
        <p:spPr>
          <a:xfrm>
            <a:off x="5285638" y="3595029"/>
            <a:ext cx="4748898" cy="2214928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C3F5DB4-A9A5-D896-B391-B68C5C5097E3}"/>
              </a:ext>
            </a:extLst>
          </p:cNvPr>
          <p:cNvCxnSpPr>
            <a:cxnSpLocks/>
          </p:cNvCxnSpPr>
          <p:nvPr/>
        </p:nvCxnSpPr>
        <p:spPr>
          <a:xfrm>
            <a:off x="5285638" y="4413208"/>
            <a:ext cx="4748898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735A1DA-4964-40CC-EA3D-A155DB89340F}"/>
              </a:ext>
            </a:extLst>
          </p:cNvPr>
          <p:cNvSpPr txBox="1"/>
          <p:nvPr/>
        </p:nvSpPr>
        <p:spPr>
          <a:xfrm>
            <a:off x="6609238" y="3709680"/>
            <a:ext cx="20050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Consolas" panose="020B0609020204030204" pitchFamily="49" charset="0"/>
              </a:rPr>
              <a:t>HostAPI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D7221F1-C068-7FF7-D047-68E044B6CFA2}"/>
              </a:ext>
            </a:extLst>
          </p:cNvPr>
          <p:cNvSpPr txBox="1"/>
          <p:nvPr/>
        </p:nvSpPr>
        <p:spPr>
          <a:xfrm>
            <a:off x="5342788" y="4603751"/>
            <a:ext cx="46345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/>
              <a:t>・画面を表示する機能を提供</a:t>
            </a:r>
          </a:p>
          <a:p>
            <a:r>
              <a:rPr lang="ja-JP" altLang="en-US" sz="2000" dirty="0"/>
              <a:t>・ファイルを読み書きする機能を提供</a:t>
            </a:r>
          </a:p>
          <a:p>
            <a:r>
              <a:rPr lang="ja-JP" altLang="en-US" sz="2000" dirty="0"/>
              <a:t>・</a:t>
            </a:r>
            <a:r>
              <a:rPr lang="en-US" altLang="ja-JP" sz="2000" dirty="0"/>
              <a:t>DAW</a:t>
            </a:r>
            <a:r>
              <a:rPr lang="ja-JP" altLang="en-US" sz="2000" dirty="0"/>
              <a:t>の再生・停止機能を提供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FDAB57-10ED-665C-DE35-4226D4801BC1}"/>
              </a:ext>
            </a:extLst>
          </p:cNvPr>
          <p:cNvCxnSpPr>
            <a:cxnSpLocks/>
          </p:cNvCxnSpPr>
          <p:nvPr/>
        </p:nvCxnSpPr>
        <p:spPr>
          <a:xfrm>
            <a:off x="6742972" y="1318729"/>
            <a:ext cx="2019986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DB73EBD-5057-F3B9-55C0-9B77F61E5DEA}"/>
              </a:ext>
            </a:extLst>
          </p:cNvPr>
          <p:cNvSpPr/>
          <p:nvPr/>
        </p:nvSpPr>
        <p:spPr>
          <a:xfrm>
            <a:off x="8869854" y="364087"/>
            <a:ext cx="3607860" cy="2214928"/>
          </a:xfrm>
          <a:prstGeom prst="roundRect">
            <a:avLst>
              <a:gd name="adj" fmla="val 0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B49A743-4174-27A9-F55B-EA346F6FC891}"/>
              </a:ext>
            </a:extLst>
          </p:cNvPr>
          <p:cNvCxnSpPr>
            <a:cxnSpLocks/>
          </p:cNvCxnSpPr>
          <p:nvPr/>
        </p:nvCxnSpPr>
        <p:spPr>
          <a:xfrm>
            <a:off x="8869854" y="1182266"/>
            <a:ext cx="3607860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CFD5B5D-6B78-5338-691F-34FF8BBD01FD}"/>
              </a:ext>
            </a:extLst>
          </p:cNvPr>
          <p:cNvSpPr txBox="1"/>
          <p:nvPr/>
        </p:nvSpPr>
        <p:spPr>
          <a:xfrm>
            <a:off x="9134785" y="550467"/>
            <a:ext cx="3077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latin typeface="Consolas" panose="020B0609020204030204" pitchFamily="49" charset="0"/>
              </a:rPr>
              <a:t>ユーザのプラグイン</a:t>
            </a:r>
            <a:endParaRPr lang="en-US" altLang="ja-JP" sz="2400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C7E1ADC-D5F4-1DF2-EA5D-E37B8997448A}"/>
              </a:ext>
            </a:extLst>
          </p:cNvPr>
          <p:cNvSpPr txBox="1"/>
          <p:nvPr/>
        </p:nvSpPr>
        <p:spPr>
          <a:xfrm>
            <a:off x="8907266" y="1391196"/>
            <a:ext cx="3456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/>
              <a:t>・初期化時に</a:t>
            </a:r>
            <a:r>
              <a:rPr lang="en-US" altLang="ja-JP" sz="2000" dirty="0">
                <a:latin typeface="Consolas" panose="020B0609020204030204" pitchFamily="49" charset="0"/>
              </a:rPr>
              <a:t>API</a:t>
            </a:r>
            <a:r>
              <a:rPr lang="ja-JP" altLang="en-US" sz="2000" dirty="0"/>
              <a:t>を受け取る</a:t>
            </a:r>
          </a:p>
          <a:p>
            <a:r>
              <a:rPr lang="ja-JP" altLang="en-US" sz="2000" dirty="0"/>
              <a:t>・画面を作る</a:t>
            </a:r>
          </a:p>
          <a:p>
            <a:r>
              <a:rPr lang="ja-JP" altLang="en-US" sz="2000" dirty="0"/>
              <a:t>・機能を実行する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CB3ED67-C7DF-274E-381E-D0EA7B3297CC}"/>
              </a:ext>
            </a:extLst>
          </p:cNvPr>
          <p:cNvSpPr txBox="1"/>
          <p:nvPr/>
        </p:nvSpPr>
        <p:spPr>
          <a:xfrm>
            <a:off x="1014046" y="781299"/>
            <a:ext cx="2491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1.</a:t>
            </a:r>
            <a:r>
              <a:rPr kumimoji="1" lang="ja-JP" altLang="en-US" sz="2400" dirty="0"/>
              <a:t>  起動時に命令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B28E2B8-820E-ADE9-10CE-71850E119A55}"/>
              </a:ext>
            </a:extLst>
          </p:cNvPr>
          <p:cNvSpPr txBox="1"/>
          <p:nvPr/>
        </p:nvSpPr>
        <p:spPr>
          <a:xfrm>
            <a:off x="1888606" y="4150187"/>
            <a:ext cx="3145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HostAPI</a:t>
            </a:r>
            <a:r>
              <a:rPr lang="ja-JP" altLang="en-US" sz="2400" dirty="0">
                <a:latin typeface="+mn-ea"/>
              </a:rPr>
              <a:t>を提供する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0B93CEA-66CB-0998-CEA7-AEB28B178C91}"/>
              </a:ext>
            </a:extLst>
          </p:cNvPr>
          <p:cNvSpPr txBox="1"/>
          <p:nvPr/>
        </p:nvSpPr>
        <p:spPr>
          <a:xfrm>
            <a:off x="6737487" y="766462"/>
            <a:ext cx="1881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/>
              <a:t>2.</a:t>
            </a:r>
            <a:r>
              <a:rPr kumimoji="1" lang="ja-JP" altLang="en-US" sz="2400" dirty="0"/>
              <a:t>  発見して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C41A01CD-2068-FFC1-B9C4-C139B43B827D}"/>
              </a:ext>
            </a:extLst>
          </p:cNvPr>
          <p:cNvSpPr txBox="1"/>
          <p:nvPr/>
        </p:nvSpPr>
        <p:spPr>
          <a:xfrm>
            <a:off x="7153624" y="1467092"/>
            <a:ext cx="1432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/>
              <a:t>読み込む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0816D4F-C793-ED38-99AB-214B69F664F8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10673784" y="2579015"/>
            <a:ext cx="0" cy="36802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4FB92263-120F-C07D-DD1E-5C23B4A9EB92}"/>
              </a:ext>
            </a:extLst>
          </p:cNvPr>
          <p:cNvCxnSpPr>
            <a:cxnSpLocks/>
          </p:cNvCxnSpPr>
          <p:nvPr/>
        </p:nvCxnSpPr>
        <p:spPr>
          <a:xfrm flipH="1">
            <a:off x="7611755" y="2870487"/>
            <a:ext cx="3138545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B6A3D3E5-F56A-C719-8686-2FE2048616B5}"/>
              </a:ext>
            </a:extLst>
          </p:cNvPr>
          <p:cNvCxnSpPr>
            <a:cxnSpLocks/>
          </p:cNvCxnSpPr>
          <p:nvPr/>
        </p:nvCxnSpPr>
        <p:spPr>
          <a:xfrm>
            <a:off x="7660087" y="2800350"/>
            <a:ext cx="0" cy="69977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5AD9438F-A4EA-00AE-145A-A726FCBAB02F}"/>
              </a:ext>
            </a:extLst>
          </p:cNvPr>
          <p:cNvSpPr txBox="1"/>
          <p:nvPr/>
        </p:nvSpPr>
        <p:spPr>
          <a:xfrm>
            <a:off x="7957775" y="2978393"/>
            <a:ext cx="40392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3.</a:t>
            </a:r>
            <a:r>
              <a:rPr kumimoji="1" lang="ja-JP" altLang="en-US" sz="2400" dirty="0"/>
              <a:t>  </a:t>
            </a:r>
            <a:r>
              <a:rPr kumimoji="1" lang="en-US" altLang="ja-JP" sz="2400" dirty="0">
                <a:latin typeface="Consolas" panose="020B0609020204030204" pitchFamily="49" charset="0"/>
              </a:rPr>
              <a:t>API</a:t>
            </a:r>
            <a:r>
              <a:rPr kumimoji="1" lang="ja-JP" altLang="en-US" sz="2400" dirty="0"/>
              <a:t>を使って</a:t>
            </a:r>
            <a:r>
              <a:rPr kumimoji="1" lang="en-US" altLang="ja-JP" sz="2400" dirty="0"/>
              <a:t>DAW</a:t>
            </a:r>
            <a:r>
              <a:rPr kumimoji="1" lang="ja-JP" altLang="en-US" sz="2400" dirty="0"/>
              <a:t>を操作</a:t>
            </a: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3345EBE9-AD86-027E-55E5-864CD409920A}"/>
              </a:ext>
            </a:extLst>
          </p:cNvPr>
          <p:cNvCxnSpPr>
            <a:cxnSpLocks/>
          </p:cNvCxnSpPr>
          <p:nvPr/>
        </p:nvCxnSpPr>
        <p:spPr>
          <a:xfrm>
            <a:off x="12477714" y="1326349"/>
            <a:ext cx="2295570" cy="16047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83C3DE-F56B-3995-CD4C-4D9E8B4560E2}"/>
              </a:ext>
            </a:extLst>
          </p:cNvPr>
          <p:cNvSpPr txBox="1"/>
          <p:nvPr/>
        </p:nvSpPr>
        <p:spPr>
          <a:xfrm>
            <a:off x="12973064" y="799023"/>
            <a:ext cx="1057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/>
              <a:t>継承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56BCC656-443F-FFE7-7382-559313EA3103}"/>
              </a:ext>
            </a:extLst>
          </p:cNvPr>
          <p:cNvSpPr txBox="1"/>
          <p:nvPr/>
        </p:nvSpPr>
        <p:spPr>
          <a:xfrm>
            <a:off x="12363409" y="1486478"/>
            <a:ext cx="2372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/>
              <a:t>（親子の関係）</a:t>
            </a:r>
          </a:p>
        </p:txBody>
      </p:sp>
      <p:sp>
        <p:nvSpPr>
          <p:cNvPr id="71" name="四角形: 角を丸くする 70">
            <a:extLst>
              <a:ext uri="{FF2B5EF4-FFF2-40B4-BE49-F238E27FC236}">
                <a16:creationId xmlns:a16="http://schemas.microsoft.com/office/drawing/2014/main" id="{B68938FE-4905-E741-6796-A49AD48C93BB}"/>
              </a:ext>
            </a:extLst>
          </p:cNvPr>
          <p:cNvSpPr/>
          <p:nvPr/>
        </p:nvSpPr>
        <p:spPr>
          <a:xfrm>
            <a:off x="14861767" y="535540"/>
            <a:ext cx="2605282" cy="1564670"/>
          </a:xfrm>
          <a:prstGeom prst="roundRect">
            <a:avLst>
              <a:gd name="adj" fmla="val 37837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D66FB1A3-6D02-49EB-A70F-0D041E57CEE9}"/>
              </a:ext>
            </a:extLst>
          </p:cNvPr>
          <p:cNvCxnSpPr>
            <a:cxnSpLocks/>
          </p:cNvCxnSpPr>
          <p:nvPr/>
        </p:nvCxnSpPr>
        <p:spPr>
          <a:xfrm>
            <a:off x="14899180" y="1475639"/>
            <a:ext cx="2605282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840CB1C-0EF9-422A-C953-89642A8FA540}"/>
              </a:ext>
            </a:extLst>
          </p:cNvPr>
          <p:cNvSpPr txBox="1"/>
          <p:nvPr/>
        </p:nvSpPr>
        <p:spPr>
          <a:xfrm>
            <a:off x="14862990" y="936240"/>
            <a:ext cx="2605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latin typeface="Consolas" panose="020B0609020204030204" pitchFamily="49" charset="0"/>
              </a:rPr>
              <a:t>DawiyPluginBase</a:t>
            </a: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F9919D6E-36E7-D815-BB2C-4A8C45184481}"/>
              </a:ext>
            </a:extLst>
          </p:cNvPr>
          <p:cNvSpPr txBox="1"/>
          <p:nvPr/>
        </p:nvSpPr>
        <p:spPr>
          <a:xfrm>
            <a:off x="14960555" y="1575562"/>
            <a:ext cx="24077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latin typeface="Consolas" panose="020B0609020204030204" pitchFamily="49" charset="0"/>
              </a:rPr>
              <a:t>host : HostAPI</a:t>
            </a:r>
            <a:endParaRPr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A5870F6-4B86-DFEA-9A22-CBE883BD6871}"/>
              </a:ext>
            </a:extLst>
          </p:cNvPr>
          <p:cNvSpPr txBox="1"/>
          <p:nvPr/>
        </p:nvSpPr>
        <p:spPr>
          <a:xfrm>
            <a:off x="15201350" y="625578"/>
            <a:ext cx="1926116" cy="381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+mn-ea"/>
              </a:rPr>
              <a:t>&lt;&lt;</a:t>
            </a:r>
            <a:r>
              <a:rPr lang="ja-JP" altLang="en-US" dirty="0">
                <a:latin typeface="+mn-ea"/>
              </a:rPr>
              <a:t>抽象クラス</a:t>
            </a:r>
            <a:r>
              <a:rPr lang="en-US" altLang="ja-JP" dirty="0">
                <a:latin typeface="+mn-ea"/>
              </a:rPr>
              <a:t>&gt;&gt;</a:t>
            </a:r>
          </a:p>
        </p:txBody>
      </p: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B1441988-4925-EDA8-F88A-DBF7F0576BF2}"/>
              </a:ext>
            </a:extLst>
          </p:cNvPr>
          <p:cNvCxnSpPr>
            <a:cxnSpLocks/>
            <a:endCxn id="71" idx="2"/>
          </p:cNvCxnSpPr>
          <p:nvPr/>
        </p:nvCxnSpPr>
        <p:spPr>
          <a:xfrm flipV="1">
            <a:off x="16164408" y="2100210"/>
            <a:ext cx="0" cy="865558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矢印コネクタ 77">
            <a:extLst>
              <a:ext uri="{FF2B5EF4-FFF2-40B4-BE49-F238E27FC236}">
                <a16:creationId xmlns:a16="http://schemas.microsoft.com/office/drawing/2014/main" id="{10CF5DF1-BC00-0CF8-7913-1557A2FC7C7F}"/>
              </a:ext>
            </a:extLst>
          </p:cNvPr>
          <p:cNvCxnSpPr>
            <a:cxnSpLocks/>
          </p:cNvCxnSpPr>
          <p:nvPr/>
        </p:nvCxnSpPr>
        <p:spPr>
          <a:xfrm flipH="1">
            <a:off x="13960880" y="2884633"/>
            <a:ext cx="2281389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69231C88-A2B4-1AC5-E749-FEE56C4EAD7F}"/>
              </a:ext>
            </a:extLst>
          </p:cNvPr>
          <p:cNvCxnSpPr>
            <a:cxnSpLocks/>
          </p:cNvCxnSpPr>
          <p:nvPr/>
        </p:nvCxnSpPr>
        <p:spPr>
          <a:xfrm>
            <a:off x="14031341" y="2807970"/>
            <a:ext cx="0" cy="69977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四角形: 角を丸くする 82">
            <a:extLst>
              <a:ext uri="{FF2B5EF4-FFF2-40B4-BE49-F238E27FC236}">
                <a16:creationId xmlns:a16="http://schemas.microsoft.com/office/drawing/2014/main" id="{3B0DD984-2671-FD8B-BD17-04E977B7335F}"/>
              </a:ext>
            </a:extLst>
          </p:cNvPr>
          <p:cNvSpPr/>
          <p:nvPr/>
        </p:nvSpPr>
        <p:spPr>
          <a:xfrm>
            <a:off x="12027477" y="3626192"/>
            <a:ext cx="4039220" cy="2485045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2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036D5959-F4B0-39F5-B231-741D9332BD22}"/>
              </a:ext>
            </a:extLst>
          </p:cNvPr>
          <p:cNvCxnSpPr>
            <a:cxnSpLocks/>
          </p:cNvCxnSpPr>
          <p:nvPr/>
        </p:nvCxnSpPr>
        <p:spPr>
          <a:xfrm>
            <a:off x="12027477" y="4505332"/>
            <a:ext cx="4039220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9BFF2FE-22D9-EAE6-068E-6260B4460F0D}"/>
              </a:ext>
            </a:extLst>
          </p:cNvPr>
          <p:cNvSpPr txBox="1"/>
          <p:nvPr/>
        </p:nvSpPr>
        <p:spPr>
          <a:xfrm>
            <a:off x="12954152" y="3966104"/>
            <a:ext cx="2236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dirty="0">
                <a:latin typeface="Consolas" panose="020B0609020204030204" pitchFamily="49" charset="0"/>
              </a:rPr>
              <a:t>IDawiyPlugin</a:t>
            </a: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1ABF382E-DDBA-B501-B9D1-D7DD4194C68E}"/>
              </a:ext>
            </a:extLst>
          </p:cNvPr>
          <p:cNvSpPr txBox="1"/>
          <p:nvPr/>
        </p:nvSpPr>
        <p:spPr>
          <a:xfrm>
            <a:off x="12193009" y="4668349"/>
            <a:ext cx="35967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id</a:t>
            </a:r>
            <a:r>
              <a:rPr lang="ja-JP" altLang="en-US" sz="2000" dirty="0"/>
              <a:t>（識別子）</a:t>
            </a:r>
            <a:endParaRPr lang="en-US" altLang="ja-JP" sz="2000" dirty="0"/>
          </a:p>
          <a:p>
            <a:endParaRPr lang="ja-JP" altLang="en-US" sz="2000" dirty="0"/>
          </a:p>
          <a:p>
            <a:r>
              <a:rPr lang="en-US" altLang="ja-JP" sz="2000" dirty="0"/>
              <a:t>onInit(host) : </a:t>
            </a:r>
            <a:r>
              <a:rPr lang="ja-JP" altLang="en-US" sz="2000" dirty="0"/>
              <a:t>初期化時の処理</a:t>
            </a:r>
          </a:p>
          <a:p>
            <a:r>
              <a:rPr lang="en-US" altLang="ja-JP" sz="2000" dirty="0"/>
              <a:t>render(container) : </a:t>
            </a:r>
            <a:r>
              <a:rPr lang="ja-JP" altLang="en-US" sz="2000" dirty="0"/>
              <a:t>描画処理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E7B82E25-5282-C769-9B37-BF4C1B38F5C9}"/>
              </a:ext>
            </a:extLst>
          </p:cNvPr>
          <p:cNvSpPr txBox="1"/>
          <p:nvPr/>
        </p:nvSpPr>
        <p:spPr>
          <a:xfrm>
            <a:off x="14345794" y="3001511"/>
            <a:ext cx="33222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実装（ルールを守る）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1175B58F-14AB-BE5E-2D86-FD797F43898B}"/>
              </a:ext>
            </a:extLst>
          </p:cNvPr>
          <p:cNvSpPr txBox="1"/>
          <p:nvPr/>
        </p:nvSpPr>
        <p:spPr>
          <a:xfrm>
            <a:off x="12731413" y="3690444"/>
            <a:ext cx="268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+mn-ea"/>
              </a:rPr>
              <a:t>&lt;&lt;</a:t>
            </a:r>
            <a:r>
              <a:rPr lang="ja-JP" altLang="en-US" dirty="0">
                <a:latin typeface="+mn-ea"/>
              </a:rPr>
              <a:t>インターフェース</a:t>
            </a:r>
            <a:r>
              <a:rPr lang="en-US" altLang="ja-JP" dirty="0">
                <a:latin typeface="+mn-ea"/>
              </a:rPr>
              <a:t>&gt;&gt;</a:t>
            </a:r>
          </a:p>
        </p:txBody>
      </p:sp>
      <p:cxnSp>
        <p:nvCxnSpPr>
          <p:cNvPr id="94" name="直線矢印コネクタ 93">
            <a:extLst>
              <a:ext uri="{FF2B5EF4-FFF2-40B4-BE49-F238E27FC236}">
                <a16:creationId xmlns:a16="http://schemas.microsoft.com/office/drawing/2014/main" id="{C315EC2D-C9F5-39B8-392D-EC2BF41EF39F}"/>
              </a:ext>
            </a:extLst>
          </p:cNvPr>
          <p:cNvCxnSpPr>
            <a:cxnSpLocks/>
          </p:cNvCxnSpPr>
          <p:nvPr/>
        </p:nvCxnSpPr>
        <p:spPr>
          <a:xfrm>
            <a:off x="11996997" y="5160652"/>
            <a:ext cx="4039220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四角形: 角を丸くする 96">
            <a:extLst>
              <a:ext uri="{FF2B5EF4-FFF2-40B4-BE49-F238E27FC236}">
                <a16:creationId xmlns:a16="http://schemas.microsoft.com/office/drawing/2014/main" id="{D77FF0A1-AD3F-3150-F973-4466582887BA}"/>
              </a:ext>
            </a:extLst>
          </p:cNvPr>
          <p:cNvSpPr/>
          <p:nvPr/>
        </p:nvSpPr>
        <p:spPr>
          <a:xfrm>
            <a:off x="179449" y="5112207"/>
            <a:ext cx="3942613" cy="157253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143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782E8296-DF4B-F5C1-0381-2095DD77C7BA}"/>
              </a:ext>
            </a:extLst>
          </p:cNvPr>
          <p:cNvCxnSpPr>
            <a:cxnSpLocks/>
          </p:cNvCxnSpPr>
          <p:nvPr/>
        </p:nvCxnSpPr>
        <p:spPr>
          <a:xfrm>
            <a:off x="1065665" y="5640116"/>
            <a:ext cx="826277" cy="0"/>
          </a:xfrm>
          <a:prstGeom prst="straightConnector1">
            <a:avLst/>
          </a:prstGeom>
          <a:ln w="63500">
            <a:solidFill>
              <a:schemeClr val="tx1"/>
            </a:solidFill>
            <a:prstDash val="soli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矢印コネクタ 105">
            <a:extLst>
              <a:ext uri="{FF2B5EF4-FFF2-40B4-BE49-F238E27FC236}">
                <a16:creationId xmlns:a16="http://schemas.microsoft.com/office/drawing/2014/main" id="{F5EAFAF1-D899-2B4E-94F0-A624B8DEC0E6}"/>
              </a:ext>
            </a:extLst>
          </p:cNvPr>
          <p:cNvCxnSpPr>
            <a:cxnSpLocks/>
          </p:cNvCxnSpPr>
          <p:nvPr/>
        </p:nvCxnSpPr>
        <p:spPr>
          <a:xfrm>
            <a:off x="1065664" y="6132151"/>
            <a:ext cx="826277" cy="0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A80DD3A7-280A-2DA8-1D74-FFE04224F97C}"/>
              </a:ext>
            </a:extLst>
          </p:cNvPr>
          <p:cNvCxnSpPr>
            <a:cxnSpLocks/>
          </p:cNvCxnSpPr>
          <p:nvPr/>
        </p:nvCxnSpPr>
        <p:spPr>
          <a:xfrm>
            <a:off x="1062329" y="5890782"/>
            <a:ext cx="826277" cy="0"/>
          </a:xfrm>
          <a:prstGeom prst="straightConnector1">
            <a:avLst/>
          </a:prstGeom>
          <a:ln w="63500">
            <a:solidFill>
              <a:schemeClr val="tx1"/>
            </a:solidFill>
            <a:prstDash val="soli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85A292EF-0D0B-FB94-CEF7-CE8DAF9DEF17}"/>
              </a:ext>
            </a:extLst>
          </p:cNvPr>
          <p:cNvCxnSpPr>
            <a:cxnSpLocks/>
          </p:cNvCxnSpPr>
          <p:nvPr/>
        </p:nvCxnSpPr>
        <p:spPr>
          <a:xfrm>
            <a:off x="1065665" y="6381074"/>
            <a:ext cx="826277" cy="0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5DEDB6-7365-FD19-A88E-5D23AA9A900E}"/>
              </a:ext>
            </a:extLst>
          </p:cNvPr>
          <p:cNvSpPr txBox="1"/>
          <p:nvPr/>
        </p:nvSpPr>
        <p:spPr>
          <a:xfrm>
            <a:off x="347994" y="5238316"/>
            <a:ext cx="37046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/>
                </a:solidFill>
              </a:rPr>
              <a:t>凡例：</a:t>
            </a:r>
            <a:endParaRPr lang="en-US" altLang="ja-JP" sz="1600" b="1" dirty="0">
              <a:solidFill>
                <a:schemeClr val="tx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　　　　：</a:t>
            </a:r>
            <a:r>
              <a:rPr lang="ja-JP" altLang="en-US" sz="1600" dirty="0"/>
              <a:t>命令、所有</a:t>
            </a:r>
            <a:endParaRPr lang="en-US" altLang="ja-JP" sz="1600" dirty="0">
              <a:solidFill>
                <a:schemeClr val="tx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　　　　：継承</a:t>
            </a:r>
            <a:endParaRPr lang="en-US" altLang="ja-JP" sz="1600" dirty="0">
              <a:solidFill>
                <a:schemeClr val="tx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　　　　：一時的な読み込み</a:t>
            </a:r>
            <a:endParaRPr lang="en-US" altLang="ja-JP" sz="1600" dirty="0">
              <a:solidFill>
                <a:schemeClr val="tx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　　　　：実装</a:t>
            </a:r>
          </a:p>
        </p:txBody>
      </p:sp>
    </p:spTree>
    <p:extLst>
      <p:ext uri="{BB962C8B-B14F-4D97-AF65-F5344CB8AC3E}">
        <p14:creationId xmlns:p14="http://schemas.microsoft.com/office/powerpoint/2010/main" val="2554709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</TotalTime>
  <Words>154</Words>
  <Application>Microsoft Office PowerPoint</Application>
  <PresentationFormat>ユーザー設定</PresentationFormat>
  <Paragraphs>38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53</cp:revision>
  <dcterms:created xsi:type="dcterms:W3CDTF">2026-02-11T07:52:07Z</dcterms:created>
  <dcterms:modified xsi:type="dcterms:W3CDTF">2026-02-11T11:27:37Z</dcterms:modified>
</cp:coreProperties>
</file>