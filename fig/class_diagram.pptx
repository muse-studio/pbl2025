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7BEEE7-44F3-8A92-5F98-EB074EF95A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8368911-B792-A955-26A2-206E3F46B2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387833-CCE8-5C05-5B29-854503F82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6CE667-F917-8963-746F-7D312618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3D12EB-3D3F-75EF-2B36-EE5060177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153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184996-3972-69EA-F5E2-62D1E01E2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C10537-D68C-AD2F-EA8B-FDA4597F3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9F44B1-3B6F-BF49-B874-1325823E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A698AD-D81D-8772-DAF6-ACF663475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C2081B-9C71-58B6-FB2F-BD6EAAE34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9566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75BACA-8F6D-175E-AEFD-2F01738C7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551A8C8-EB95-82CF-9717-593135AC80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25A12D-DF1D-CD8D-E77C-0B33838DA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11E262B-1D86-7415-30EF-4C6812256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A68428-EA5E-0FD0-F03B-57E6CE9B7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946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9B57C7-8F8B-F767-25B1-1A2FEB809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BDA39C5-3E2A-5251-047D-F80B5FCF06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065966F-B575-0AE1-B064-ED287FEFF1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C304582-A638-8CE1-1197-C1385ABA6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F0EAE45-37DF-CB3A-BB3A-0267987F4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7B83D9-3CA1-0D6C-7184-80E0FBA78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9514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A4FCBE-C779-59BB-8E34-B5740E500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93C29C-5C95-CE66-53BC-0DA91895C0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A02424C-D598-F249-7814-D84DE2E26E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B8DF5AE-C933-4FFF-DCB2-F421BF90C5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6130807-E8DB-A6C0-26D6-067B389DA5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0417067-3BC6-EFA3-A1C3-B6F972C41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003FEC6-00FD-6FD4-3E4E-E09E1F0D7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E64C024-7AE3-943B-9026-81ED0F20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43782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71AB2E-85EC-36D2-0450-1C67D7234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E1320E-9EC7-171F-59C2-D25A8E27D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B27FC99-42E2-AFEE-A659-4EBC7AA1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3EDA454-BCFF-A94E-FD73-FEF32CCA2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8627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A2C4A71-365D-1694-BF69-7C2B8D1A2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5B361EB-7B2F-D6F7-632F-79774DA0E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967827-FB8B-C9DF-62D2-C00283CED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9136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612F0F-1792-BC4F-6C80-20310AB0E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37C7681-FC72-38BC-6C8B-F7BCA64E0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C237E01-F73E-822D-2F25-2D041891D7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ED9AF68-BAC2-E13F-C680-9DBF19AEF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AAEE4A4-EA7B-96E3-68B9-B5FF19A15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A1CE026-7E91-1E16-BBA0-0360CB6C8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2723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7FCF2F-1C62-C28C-1F05-6A06F691A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57452F1-B142-884A-553D-8548FB7E99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028CC3D-1AE2-5109-CAC5-3471996F5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E2967F6-3FC3-5F85-C5E9-0D08551CA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0B3063E-4236-6023-6177-F7528945E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441C448-B725-1DEE-569E-2E005C302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8068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1F1EE3-E2D3-E695-595D-A7AAF02BE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2347976-5843-070C-3FDE-B38DD1AC1C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02CD72-09C1-C767-C671-88280D758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D82688-1587-EDFD-72DC-EA03CC75C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13C1765-5C7A-5A16-1CCA-4BE6F02D3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5276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866426B-0AB6-D81A-0D69-F6A8B9A12E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338BEA8-A812-1A41-4517-6D38470BEA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B66F98-3224-4CF1-E9ED-8F1DE337C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7C7481-91D6-2D81-6508-7B73AAFC0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C2F796-A8AE-8E1D-928D-5EEE82588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08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BC57E62-1066-A8CB-DB08-F16A1A0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7455470-43AE-3A45-D723-AE76FF458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337227F-7FA3-25AF-6847-7F1228F06A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75106E-EC68-01CB-5224-B67764BCD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1AD141-6BC4-70AC-800F-88CAD43F63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1626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4709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1</cp:revision>
  <dcterms:created xsi:type="dcterms:W3CDTF">2026-02-11T07:52:07Z</dcterms:created>
  <dcterms:modified xsi:type="dcterms:W3CDTF">2026-02-11T08:03:11Z</dcterms:modified>
</cp:coreProperties>
</file>