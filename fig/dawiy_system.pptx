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800000" cy="180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3FA6F-AB6C-4E91-904D-1F00501D0D8D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73AE9-EB4C-40F1-A1EA-06358D38FA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241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73AE9-EB4C-40F1-A1EA-06358D38FA4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3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0650C-46EC-099C-E78F-9E63849D5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B82E29-FD1D-C2AF-75EE-BD9981621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8A8CE2-B53A-8289-9175-8FE69CF5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D79CFB-FF8E-80EB-F03E-47EE62E6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0D28CB-151B-18BA-B90F-4E258182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33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F84F9-3F7B-6262-2819-86BD8687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497D4C-5137-D310-F9BB-8FFEB009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032551-A3B0-2CD5-A659-0E29D64A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02D7F1-153C-3DB2-D70C-6C9E2C21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533127-418B-F8EF-23B1-7E75E914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60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631D1-A023-82EE-9B4A-CCA06A0C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86CC1E-4147-625A-5E43-25BA28385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E8C89E-15FA-9647-CB4E-5283A75F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9CCADD-47DB-1A91-B9D6-D88841E6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D1A1E4-EF2B-6161-FCEF-3D9B4C94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51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B34CD-86DB-60D6-2619-4E564FD4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460FBC-94DD-2759-64D5-1B3DA6EB8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31DDBF-3678-D185-88A5-8F41B95A3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45586B-E760-C674-0112-0194CE4C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FBAD4-3246-E671-AA90-0ABD5E992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1DE914-44E2-732A-97E8-077E41DE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16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E51E7-1F52-6E6C-332E-C48CDDE4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7CF4BD-75BC-D281-3D56-4FA6F6E13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B3519B-2945-8D02-14BD-8B57096C1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EEDE3B-2E92-BC85-1921-F9BCF1BD5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B1C54C-970B-3756-8179-242C057F1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1B3FC6-8AF7-0917-3292-8E8BD46B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D208DF-6B8F-F02D-5628-38A26CDF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C752DB6-A4F9-A033-8496-4F1D07F8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97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6D887-15AC-725C-2D54-840CC1C0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F78170-1055-741E-0D7B-1BECA97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F216CB-2717-DBEC-B41A-2FC1DFC9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ADDC37-63DF-8284-AD7B-4AF89272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9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3E88CD-04C7-F97A-0CFF-3E909115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241A65D-936C-D839-8ABE-665D2D145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F135A6-253E-2AEB-FB94-88E6125D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84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B0C663-B07C-4FB9-E2C9-FF399266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316E0-84CF-528D-CFE5-5382F2F37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223B72-D436-8318-735B-732FB654C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367B9A-405A-DE29-1F35-B480C3A9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01C19F-9EA3-EC0D-09AC-22F26183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83095F-F204-8F73-06D3-A04DF8FE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44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F8296B-0F1F-F9AD-7320-4881DCBD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433F5D-C342-8B51-C629-520DC1AF2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2B7A06-BD93-6F2E-7CE8-A70EED1CC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C3D63F-51C0-63AB-5240-85C5BFBC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9CBDF4-ADF0-1363-FA4C-2928BD9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0E2BF0-83CB-9154-59AA-99A33855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40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FBFF5-C083-AB8D-9D12-5F7903CE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4B450C-5C86-0EF0-1528-D6D417C2B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D08722-81F3-5627-5A02-242316EE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9FF381-2369-C3E4-0A22-51DA249C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5B561B-A461-6FC6-0F1D-016B8A66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07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468E92D-1071-4CA3-BCB5-D4BFA2790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3D7FC6-6224-570B-C1A6-B2641D022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309A82-B53E-F0ED-C2E7-398C33ED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C7943F-D0C8-4344-5B0A-B2678FFF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F55E0F-47DD-744F-9477-1C534BA2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11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7E6D97-4FDC-3A14-B91E-CE8BBE61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8D2FA9-7089-9B21-FC48-6DBEF361B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CB5A1-6277-AF3E-6A17-CD9D345C4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94580-766A-4086-8B9F-7E7093B5BB0F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288E67-BDEA-0011-D435-5B1254327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7D326-C0C3-07D8-9986-FDC965F4B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4A5FB-D9DB-4200-A3FA-B365425A1D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339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A080D4A-8262-FFD2-5FA1-2BF23E60CA2E}"/>
              </a:ext>
            </a:extLst>
          </p:cNvPr>
          <p:cNvCxnSpPr>
            <a:cxnSpLocks/>
          </p:cNvCxnSpPr>
          <p:nvPr/>
        </p:nvCxnSpPr>
        <p:spPr>
          <a:xfrm>
            <a:off x="8821525" y="295975"/>
            <a:ext cx="0" cy="64008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3243F7A-5EE0-9E95-6F19-3F33018A333B}"/>
              </a:ext>
            </a:extLst>
          </p:cNvPr>
          <p:cNvCxnSpPr>
            <a:cxnSpLocks/>
          </p:cNvCxnSpPr>
          <p:nvPr/>
        </p:nvCxnSpPr>
        <p:spPr>
          <a:xfrm>
            <a:off x="3411774" y="295975"/>
            <a:ext cx="0" cy="6379142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76D9E73-9C86-B550-F4AA-C20B383AB7B1}"/>
              </a:ext>
            </a:extLst>
          </p:cNvPr>
          <p:cNvSpPr/>
          <p:nvPr/>
        </p:nvSpPr>
        <p:spPr>
          <a:xfrm>
            <a:off x="258278" y="295975"/>
            <a:ext cx="11675444" cy="6400800"/>
          </a:xfrm>
          <a:prstGeom prst="roundRect">
            <a:avLst>
              <a:gd name="adj" fmla="val 7338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C305193-95D7-97F1-B845-07621810924F}"/>
              </a:ext>
            </a:extLst>
          </p:cNvPr>
          <p:cNvSpPr/>
          <p:nvPr/>
        </p:nvSpPr>
        <p:spPr>
          <a:xfrm>
            <a:off x="5231121" y="6406414"/>
            <a:ext cx="1999412" cy="38501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</a:rPr>
              <a:t>DAWIY</a:t>
            </a:r>
            <a:endParaRPr lang="ja-JP" altLang="en-US" b="1" dirty="0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877D7A3-0608-77C0-4522-E3947CAD7110}"/>
              </a:ext>
            </a:extLst>
          </p:cNvPr>
          <p:cNvSpPr/>
          <p:nvPr/>
        </p:nvSpPr>
        <p:spPr>
          <a:xfrm>
            <a:off x="1295255" y="125121"/>
            <a:ext cx="1182502" cy="395437"/>
          </a:xfrm>
          <a:prstGeom prst="roundRect">
            <a:avLst>
              <a:gd name="adj" fmla="val 2798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入力層</a:t>
            </a:r>
            <a:endParaRPr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6EAD422-2DBC-F522-427E-A3C97F4F2B61}"/>
              </a:ext>
            </a:extLst>
          </p:cNvPr>
          <p:cNvSpPr/>
          <p:nvPr/>
        </p:nvSpPr>
        <p:spPr>
          <a:xfrm>
            <a:off x="5473919" y="98257"/>
            <a:ext cx="1244162" cy="395437"/>
          </a:xfrm>
          <a:prstGeom prst="roundRect">
            <a:avLst>
              <a:gd name="adj" fmla="val 2798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処理層</a:t>
            </a:r>
            <a:endParaRPr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BC3B129-CFA4-020E-112E-DA7B80B44F33}"/>
              </a:ext>
            </a:extLst>
          </p:cNvPr>
          <p:cNvSpPr/>
          <p:nvPr/>
        </p:nvSpPr>
        <p:spPr>
          <a:xfrm>
            <a:off x="9755543" y="98255"/>
            <a:ext cx="1244162" cy="395437"/>
          </a:xfrm>
          <a:prstGeom prst="roundRect">
            <a:avLst>
              <a:gd name="adj" fmla="val 2798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出力層</a:t>
            </a:r>
            <a:endParaRPr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302E6018-ECBA-9BF8-3069-1FDC5796DD8B}"/>
              </a:ext>
            </a:extLst>
          </p:cNvPr>
          <p:cNvSpPr/>
          <p:nvPr/>
        </p:nvSpPr>
        <p:spPr>
          <a:xfrm>
            <a:off x="9776499" y="1743879"/>
            <a:ext cx="1174830" cy="252979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オーディオ</a:t>
            </a:r>
          </a:p>
        </p:txBody>
      </p:sp>
      <p:pic>
        <p:nvPicPr>
          <p:cNvPr id="73" name="グラフィックス 72" descr="ドキュメント 枠線">
            <a:extLst>
              <a:ext uri="{FF2B5EF4-FFF2-40B4-BE49-F238E27FC236}">
                <a16:creationId xmlns:a16="http://schemas.microsoft.com/office/drawing/2014/main" id="{5C5F3CE6-4005-9E32-10B3-5BC62A35A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8723" y="2219106"/>
            <a:ext cx="986247" cy="986247"/>
          </a:xfrm>
          <a:prstGeom prst="rect">
            <a:avLst/>
          </a:prstGeom>
        </p:spPr>
      </p:pic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B107881B-58AF-B250-40B9-66F82CA74798}"/>
              </a:ext>
            </a:extLst>
          </p:cNvPr>
          <p:cNvSpPr/>
          <p:nvPr/>
        </p:nvSpPr>
        <p:spPr>
          <a:xfrm>
            <a:off x="9745135" y="3286612"/>
            <a:ext cx="1373015" cy="252979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MIDI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26DC2A6F-7915-E961-66D4-D745E810840D}"/>
              </a:ext>
            </a:extLst>
          </p:cNvPr>
          <p:cNvSpPr/>
          <p:nvPr/>
        </p:nvSpPr>
        <p:spPr>
          <a:xfrm>
            <a:off x="9776499" y="4734516"/>
            <a:ext cx="1426808" cy="252979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dawproject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pic>
        <p:nvPicPr>
          <p:cNvPr id="87" name="グラフィックス 86" descr="ドキュメント 枠線">
            <a:extLst>
              <a:ext uri="{FF2B5EF4-FFF2-40B4-BE49-F238E27FC236}">
                <a16:creationId xmlns:a16="http://schemas.microsoft.com/office/drawing/2014/main" id="{5211372C-6E2A-D899-C05C-B4B7F3B51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1392" y="680798"/>
            <a:ext cx="986247" cy="986247"/>
          </a:xfrm>
          <a:prstGeom prst="rect">
            <a:avLst/>
          </a:prstGeom>
        </p:spPr>
      </p:pic>
      <p:pic>
        <p:nvPicPr>
          <p:cNvPr id="88" name="グラフィックス 87" descr="ドキュメント 枠線">
            <a:extLst>
              <a:ext uri="{FF2B5EF4-FFF2-40B4-BE49-F238E27FC236}">
                <a16:creationId xmlns:a16="http://schemas.microsoft.com/office/drawing/2014/main" id="{8226616E-7BA8-5D95-6101-A109A4E14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4425" y="3671435"/>
            <a:ext cx="986247" cy="986247"/>
          </a:xfrm>
          <a:prstGeom prst="rect">
            <a:avLst/>
          </a:prstGeom>
        </p:spPr>
      </p:pic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FD7DEA73-3680-B14A-652B-348036BEC6BC}"/>
              </a:ext>
            </a:extLst>
          </p:cNvPr>
          <p:cNvSpPr/>
          <p:nvPr/>
        </p:nvSpPr>
        <p:spPr>
          <a:xfrm>
            <a:off x="634984" y="2792655"/>
            <a:ext cx="1076146" cy="365537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オーディオ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(.wav, .mp3)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pic>
        <p:nvPicPr>
          <p:cNvPr id="90" name="グラフィックス 89" descr="ドキュメント 枠線">
            <a:extLst>
              <a:ext uri="{FF2B5EF4-FFF2-40B4-BE49-F238E27FC236}">
                <a16:creationId xmlns:a16="http://schemas.microsoft.com/office/drawing/2014/main" id="{C35B1B33-586F-FB56-290A-1D74E31A6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82" y="3272970"/>
            <a:ext cx="903404" cy="903404"/>
          </a:xfrm>
          <a:prstGeom prst="rect">
            <a:avLst/>
          </a:prstGeom>
        </p:spPr>
      </p:pic>
      <p:sp>
        <p:nvSpPr>
          <p:cNvPr id="91" name="四角形: 角を丸くする 90">
            <a:extLst>
              <a:ext uri="{FF2B5EF4-FFF2-40B4-BE49-F238E27FC236}">
                <a16:creationId xmlns:a16="http://schemas.microsoft.com/office/drawing/2014/main" id="{B94D2CAA-FEA7-CD1E-636A-54A851B5689C}"/>
              </a:ext>
            </a:extLst>
          </p:cNvPr>
          <p:cNvSpPr/>
          <p:nvPr/>
        </p:nvSpPr>
        <p:spPr>
          <a:xfrm>
            <a:off x="795745" y="4204803"/>
            <a:ext cx="812078" cy="269286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MIDI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(.mid)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0E6F4570-FB94-0F70-4496-F10AA9B82D8D}"/>
              </a:ext>
            </a:extLst>
          </p:cNvPr>
          <p:cNvSpPr/>
          <p:nvPr/>
        </p:nvSpPr>
        <p:spPr>
          <a:xfrm>
            <a:off x="584924" y="5467589"/>
            <a:ext cx="1306959" cy="265473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dawproject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(.dawproject)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pic>
        <p:nvPicPr>
          <p:cNvPr id="93" name="グラフィックス 92" descr="ドキュメント 枠線">
            <a:extLst>
              <a:ext uri="{FF2B5EF4-FFF2-40B4-BE49-F238E27FC236}">
                <a16:creationId xmlns:a16="http://schemas.microsoft.com/office/drawing/2014/main" id="{F7AFA9FB-4D26-9AA8-099B-12263B719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355" y="1875263"/>
            <a:ext cx="903404" cy="903404"/>
          </a:xfrm>
          <a:prstGeom prst="rect">
            <a:avLst/>
          </a:prstGeom>
        </p:spPr>
      </p:pic>
      <p:pic>
        <p:nvPicPr>
          <p:cNvPr id="94" name="グラフィックス 93" descr="ドキュメント 枠線">
            <a:extLst>
              <a:ext uri="{FF2B5EF4-FFF2-40B4-BE49-F238E27FC236}">
                <a16:creationId xmlns:a16="http://schemas.microsoft.com/office/drawing/2014/main" id="{FE0EC3AD-89D3-D16D-C497-1CD114A5B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82" y="4535756"/>
            <a:ext cx="903404" cy="903404"/>
          </a:xfrm>
          <a:prstGeom prst="rect">
            <a:avLst/>
          </a:prstGeom>
        </p:spPr>
      </p:pic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96EF5F8C-15BB-4F4F-1922-490742A8AECA}"/>
              </a:ext>
            </a:extLst>
          </p:cNvPr>
          <p:cNvSpPr/>
          <p:nvPr/>
        </p:nvSpPr>
        <p:spPr>
          <a:xfrm>
            <a:off x="2321150" y="2784059"/>
            <a:ext cx="505282" cy="302713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.zip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pic>
        <p:nvPicPr>
          <p:cNvPr id="96" name="グラフィックス 95" descr="ドキュメント 枠線">
            <a:extLst>
              <a:ext uri="{FF2B5EF4-FFF2-40B4-BE49-F238E27FC236}">
                <a16:creationId xmlns:a16="http://schemas.microsoft.com/office/drawing/2014/main" id="{241133BC-2BB4-DA68-E415-AB6C4E00F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880" y="1949132"/>
            <a:ext cx="903404" cy="903404"/>
          </a:xfrm>
          <a:prstGeom prst="rect">
            <a:avLst/>
          </a:prstGeom>
        </p:spPr>
      </p:pic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FB7D0538-3AA9-5147-5F8B-08E6568A3193}"/>
              </a:ext>
            </a:extLst>
          </p:cNvPr>
          <p:cNvSpPr/>
          <p:nvPr/>
        </p:nvSpPr>
        <p:spPr>
          <a:xfrm>
            <a:off x="2071209" y="4034922"/>
            <a:ext cx="1076146" cy="365537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TypeScript</a:t>
            </a:r>
          </a:p>
          <a:p>
            <a:pPr algn="ctr"/>
            <a:r>
              <a:rPr lang="en-US" altLang="ja-JP" sz="1050" dirty="0">
                <a:solidFill>
                  <a:schemeClr val="tx1"/>
                </a:solidFill>
              </a:rPr>
              <a:t>(.ts)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pic>
        <p:nvPicPr>
          <p:cNvPr id="98" name="グラフィックス 97" descr="ドキュメント 枠線">
            <a:extLst>
              <a:ext uri="{FF2B5EF4-FFF2-40B4-BE49-F238E27FC236}">
                <a16:creationId xmlns:a16="http://schemas.microsoft.com/office/drawing/2014/main" id="{297B0AFD-1315-C558-DC3A-692017363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7580" y="3117530"/>
            <a:ext cx="903404" cy="903404"/>
          </a:xfrm>
          <a:prstGeom prst="rect">
            <a:avLst/>
          </a:prstGeom>
        </p:spPr>
      </p:pic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3A74D732-9E18-49A1-8D94-574BD5F0DEDB}"/>
              </a:ext>
            </a:extLst>
          </p:cNvPr>
          <p:cNvSpPr/>
          <p:nvPr/>
        </p:nvSpPr>
        <p:spPr>
          <a:xfrm>
            <a:off x="2041784" y="5464829"/>
            <a:ext cx="1191281" cy="302713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プラグインで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拡張</a:t>
            </a:r>
          </a:p>
        </p:txBody>
      </p:sp>
      <p:pic>
        <p:nvPicPr>
          <p:cNvPr id="100" name="グラフィックス 99" descr="ドキュメント 枠線">
            <a:extLst>
              <a:ext uri="{FF2B5EF4-FFF2-40B4-BE49-F238E27FC236}">
                <a16:creationId xmlns:a16="http://schemas.microsoft.com/office/drawing/2014/main" id="{915AD78D-FE30-8A9F-8AC1-B1CC20744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5723" y="4564185"/>
            <a:ext cx="903404" cy="903404"/>
          </a:xfrm>
          <a:prstGeom prst="rect">
            <a:avLst/>
          </a:prstGeom>
        </p:spPr>
      </p:pic>
      <p:pic>
        <p:nvPicPr>
          <p:cNvPr id="101" name="グラフィックス 100" descr="ドキュメント 枠線">
            <a:extLst>
              <a:ext uri="{FF2B5EF4-FFF2-40B4-BE49-F238E27FC236}">
                <a16:creationId xmlns:a16="http://schemas.microsoft.com/office/drawing/2014/main" id="{EEDF75FD-D81C-74AA-242B-518707241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779" y="5043434"/>
            <a:ext cx="986247" cy="986247"/>
          </a:xfrm>
          <a:prstGeom prst="rect">
            <a:avLst/>
          </a:prstGeom>
        </p:spPr>
      </p:pic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55FA357F-C740-72A7-6A37-9E64B4F79369}"/>
              </a:ext>
            </a:extLst>
          </p:cNvPr>
          <p:cNvSpPr/>
          <p:nvPr/>
        </p:nvSpPr>
        <p:spPr>
          <a:xfrm>
            <a:off x="9776498" y="6079039"/>
            <a:ext cx="1426808" cy="252979"/>
          </a:xfrm>
          <a:prstGeom prst="roundRect">
            <a:avLst>
              <a:gd name="adj" fmla="val 27984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プラグインで拡張</a:t>
            </a:r>
          </a:p>
        </p:txBody>
      </p: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6917BBB5-6A9F-50F3-5E46-CA05BD439AF3}"/>
              </a:ext>
            </a:extLst>
          </p:cNvPr>
          <p:cNvCxnSpPr>
            <a:cxnSpLocks/>
          </p:cNvCxnSpPr>
          <p:nvPr/>
        </p:nvCxnSpPr>
        <p:spPr>
          <a:xfrm>
            <a:off x="3058284" y="3671435"/>
            <a:ext cx="628499" cy="0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9A4BE06D-5B92-FA38-7687-A913FA33DDA3}"/>
              </a:ext>
            </a:extLst>
          </p:cNvPr>
          <p:cNvCxnSpPr>
            <a:cxnSpLocks/>
          </p:cNvCxnSpPr>
          <p:nvPr/>
        </p:nvCxnSpPr>
        <p:spPr>
          <a:xfrm>
            <a:off x="1876778" y="1399502"/>
            <a:ext cx="247148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D4026198-2E11-7BFB-919A-1210CF826948}"/>
              </a:ext>
            </a:extLst>
          </p:cNvPr>
          <p:cNvCxnSpPr>
            <a:cxnSpLocks/>
          </p:cNvCxnSpPr>
          <p:nvPr/>
        </p:nvCxnSpPr>
        <p:spPr>
          <a:xfrm flipV="1">
            <a:off x="3669668" y="2431218"/>
            <a:ext cx="0" cy="3202896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7325D303-517C-8EAA-54C1-612B51A78330}"/>
              </a:ext>
            </a:extLst>
          </p:cNvPr>
          <p:cNvCxnSpPr>
            <a:cxnSpLocks/>
          </p:cNvCxnSpPr>
          <p:nvPr/>
        </p:nvCxnSpPr>
        <p:spPr>
          <a:xfrm>
            <a:off x="3040473" y="2474935"/>
            <a:ext cx="626855" cy="0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6C760119-AC5E-3A24-5DDF-56CFC833B094}"/>
              </a:ext>
            </a:extLst>
          </p:cNvPr>
          <p:cNvSpPr/>
          <p:nvPr/>
        </p:nvSpPr>
        <p:spPr>
          <a:xfrm>
            <a:off x="4532710" y="4822319"/>
            <a:ext cx="3524763" cy="1383493"/>
          </a:xfrm>
          <a:prstGeom prst="roundRect">
            <a:avLst>
              <a:gd name="adj" fmla="val 13218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DF3CAB4-D866-FEB0-5752-2DA245F2D7CD}"/>
              </a:ext>
            </a:extLst>
          </p:cNvPr>
          <p:cNvCxnSpPr>
            <a:cxnSpLocks/>
          </p:cNvCxnSpPr>
          <p:nvPr/>
        </p:nvCxnSpPr>
        <p:spPr>
          <a:xfrm>
            <a:off x="1569538" y="3634952"/>
            <a:ext cx="322345" cy="0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7C48F91-8724-414F-87EB-5F2A1187A1A5}"/>
              </a:ext>
            </a:extLst>
          </p:cNvPr>
          <p:cNvCxnSpPr>
            <a:cxnSpLocks/>
          </p:cNvCxnSpPr>
          <p:nvPr/>
        </p:nvCxnSpPr>
        <p:spPr>
          <a:xfrm flipV="1">
            <a:off x="1892222" y="1401530"/>
            <a:ext cx="13804" cy="3675163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F16E30B5-AAA3-8D87-5A0A-F973DC1D5F05}"/>
              </a:ext>
            </a:extLst>
          </p:cNvPr>
          <p:cNvCxnSpPr>
            <a:cxnSpLocks/>
          </p:cNvCxnSpPr>
          <p:nvPr/>
        </p:nvCxnSpPr>
        <p:spPr>
          <a:xfrm>
            <a:off x="1551727" y="2438452"/>
            <a:ext cx="340156" cy="0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CF86288C-E61A-C3CD-87E1-6FC7127FBB12}"/>
              </a:ext>
            </a:extLst>
          </p:cNvPr>
          <p:cNvCxnSpPr>
            <a:cxnSpLocks/>
          </p:cNvCxnSpPr>
          <p:nvPr/>
        </p:nvCxnSpPr>
        <p:spPr>
          <a:xfrm>
            <a:off x="1551727" y="5043434"/>
            <a:ext cx="322345" cy="0"/>
          </a:xfrm>
          <a:prstGeom prst="straightConnector1">
            <a:avLst/>
          </a:prstGeom>
          <a:ln w="762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B2B8881A-03A4-3C21-D670-6E69F31C55E7}"/>
              </a:ext>
            </a:extLst>
          </p:cNvPr>
          <p:cNvCxnSpPr>
            <a:cxnSpLocks/>
          </p:cNvCxnSpPr>
          <p:nvPr/>
        </p:nvCxnSpPr>
        <p:spPr>
          <a:xfrm>
            <a:off x="3657600" y="5597342"/>
            <a:ext cx="76848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087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35</Words>
  <Application>Microsoft Office PowerPoint</Application>
  <PresentationFormat>ワイド画面</PresentationFormat>
  <Paragraphs>20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承太郎</dc:creator>
  <cp:lastModifiedBy>山崎 承太郎</cp:lastModifiedBy>
  <cp:revision>4</cp:revision>
  <dcterms:created xsi:type="dcterms:W3CDTF">2026-02-11T13:10:54Z</dcterms:created>
  <dcterms:modified xsi:type="dcterms:W3CDTF">2026-02-12T01:28:29Z</dcterms:modified>
</cp:coreProperties>
</file>