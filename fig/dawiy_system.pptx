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701" autoAdjust="0"/>
  </p:normalViewPr>
  <p:slideViewPr>
    <p:cSldViewPr snapToGrid="0">
      <p:cViewPr>
        <p:scale>
          <a:sx n="330" d="100"/>
          <a:sy n="330" d="100"/>
        </p:scale>
        <p:origin x="-2778" y="-5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1800000" cy="18000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53FA6F-AB6C-4E91-904D-1F00501D0D8D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D73AE9-EB4C-40F1-A1EA-06358D38FA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24103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D73AE9-EB4C-40F1-A1EA-06358D38FA48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430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20650C-46EC-099C-E78F-9E63849D52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4B82E29-FD1D-C2AF-75EE-BD99816211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8A8CE2-B53A-8289-9175-8FE69CF5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3D79CFB-FF8E-80EB-F03E-47EE62E67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0D28CB-151B-18BA-B90F-4E2581823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43339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9F84F9-3F7B-6262-2819-86BD8687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D497D4C-5137-D310-F9BB-8FFEB009CB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E032551-A3B0-2CD5-A659-0E29D64A0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802D7F1-153C-3DB2-D70C-6C9E2C21C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533127-418B-F8EF-23B1-7E75E91414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66051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00631D1-A023-82EE-9B4A-CCA06A0C8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986CC1E-4147-625A-5E43-25BA283853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E8C89E-15FA-9647-CB4E-5283A75FD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9CCADD-47DB-1A91-B9D6-D88841E68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D1A1E4-EF2B-6161-FCEF-3D9B4C94B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55128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40B34CD-86DB-60D6-2619-4E564FD49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C460FBC-94DD-2759-64D5-1B3DA6EB87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D31DDBF-3678-D185-88A5-8F41B95A35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D45586B-E760-C674-0112-0194CE4C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FBAD4-3246-E671-AA90-0ABD5E992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71DE914-44E2-732A-97E8-077E41DE4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1644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39E51E7-1F52-6E6C-332E-C48CDDE46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67CF4BD-75BC-D281-3D56-4FA6F6E13E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0B3519B-2945-8D02-14BD-8B57096C1A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9EEDE3B-2E92-BC85-1921-F9BCF1BD5C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2B1C54C-970B-3756-8179-242C057F19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A1B3FC6-8AF7-0917-3292-8E8BD46B0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4D208DF-6B8F-F02D-5628-38A26CDF5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C752DB6-A4F9-A033-8496-4F1D07F8C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79744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016D887-15AC-725C-2D54-840CC1C0D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DF78170-1055-741E-0D7B-1BECA973E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DF216CB-2717-DBEC-B41A-2FC1DFC92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CADDC37-63DF-8284-AD7B-4AF89272F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89252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43E88CD-04C7-F97A-0CFF-3E909115FC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241A65D-936C-D839-8ABE-665D2D1451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7F135A6-253E-2AEB-FB94-88E6125D0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298433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9B0C663-B07C-4FB9-E2C9-FF3992669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77316E0-84CF-528D-CFE5-5382F2F37D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9223B72-D436-8318-735B-732FB654CC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D367B9A-405A-DE29-1F35-B480C3A945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D01C19F-9EA3-EC0D-09AC-22F26183F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083095F-F204-8F73-06D3-A04DF8FE8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84456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4F8296B-0F1F-F9AD-7320-4881DCBD8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9433F5D-C342-8B51-C629-520DC1AF2A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62B7A06-BD93-6F2E-7CE8-A70EED1CC3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9C3D63F-51C0-63AB-5240-85C5BFBC0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39CBDF4-ADF0-1363-FA4C-2928BD9507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F0E2BF0-83CB-9154-59AA-99A338555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740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54FBFF5-C083-AB8D-9D12-5F7903CE3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84B450C-5C86-0EF0-1528-D6D417C2B2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3D08722-81F3-5627-5A02-242316EE06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9FF381-2369-C3E4-0A22-51DA249CD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75B561B-A461-6FC6-0F1D-016B8A662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9077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468E92D-1071-4CA3-BCB5-D4BFA2790C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C3D7FC6-6224-570B-C1A6-B2641D0229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5309A82-B53E-F0ED-C2E7-398C33EDF6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C94580-766A-4086-8B9F-7E7093B5BB0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0C7943F-D0C8-4344-5B0A-B2678FFF0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2F55E0F-47DD-744F-9477-1C534BA2E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0111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F7E6D97-4FDC-3A14-B91E-CE8BBE617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58D2FA9-7089-9B21-FC48-6DBEF361B6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C9CB5A1-6277-AF3E-6A17-CD9D345C4B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C94580-766A-4086-8B9F-7E7093B5BB0F}" type="datetimeFigureOut">
              <a:rPr kumimoji="1" lang="ja-JP" altLang="en-US" smtClean="0"/>
              <a:t>2026/2/16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6288E67-BDEA-0011-D435-5B12543276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807D326-C0C3-07D8-9986-FDC965F4BA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44A5FB-D9DB-4200-A3FA-B365425A1DA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73397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26" Type="http://schemas.openxmlformats.org/officeDocument/2006/relationships/image" Target="../media/image24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24" Type="http://schemas.openxmlformats.org/officeDocument/2006/relationships/image" Target="../media/image22.sv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svg"/><Relationship Id="rId10" Type="http://schemas.openxmlformats.org/officeDocument/2006/relationships/image" Target="../media/image8.svg"/><Relationship Id="rId19" Type="http://schemas.openxmlformats.org/officeDocument/2006/relationships/image" Target="../media/image17.pn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Relationship Id="rId22" Type="http://schemas.openxmlformats.org/officeDocument/2006/relationships/image" Target="../media/image20.svg"/><Relationship Id="rId27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76D9E73-9C86-B550-F4AA-C20B383AB7B1}"/>
              </a:ext>
            </a:extLst>
          </p:cNvPr>
          <p:cNvSpPr/>
          <p:nvPr/>
        </p:nvSpPr>
        <p:spPr>
          <a:xfrm>
            <a:off x="3413221" y="314959"/>
            <a:ext cx="8281002" cy="6351335"/>
          </a:xfrm>
          <a:prstGeom prst="roundRect">
            <a:avLst>
              <a:gd name="adj" fmla="val 3492"/>
            </a:avLst>
          </a:prstGeom>
          <a:solidFill>
            <a:schemeClr val="bg1">
              <a:lumMod val="95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91E4C5E8-8589-0B81-C0EA-B1231EB78720}"/>
              </a:ext>
            </a:extLst>
          </p:cNvPr>
          <p:cNvSpPr>
            <a:spLocks/>
          </p:cNvSpPr>
          <p:nvPr/>
        </p:nvSpPr>
        <p:spPr>
          <a:xfrm>
            <a:off x="6984676" y="3628299"/>
            <a:ext cx="4715255" cy="3027832"/>
          </a:xfrm>
          <a:prstGeom prst="roundRect">
            <a:avLst>
              <a:gd name="adj" fmla="val 9347"/>
            </a:avLst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C33D642E-3739-F631-F753-C2474459AD77}"/>
              </a:ext>
            </a:extLst>
          </p:cNvPr>
          <p:cNvSpPr/>
          <p:nvPr/>
        </p:nvSpPr>
        <p:spPr>
          <a:xfrm>
            <a:off x="6800486" y="6339841"/>
            <a:ext cx="4893737" cy="394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13BE352-67AB-B4BC-0EFB-C3CB63D5A087}"/>
              </a:ext>
            </a:extLst>
          </p:cNvPr>
          <p:cNvSpPr/>
          <p:nvPr/>
        </p:nvSpPr>
        <p:spPr>
          <a:xfrm flipV="1">
            <a:off x="11373795" y="3473606"/>
            <a:ext cx="510326" cy="31926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4" name="四角形: 角を丸くする 463">
            <a:extLst>
              <a:ext uri="{FF2B5EF4-FFF2-40B4-BE49-F238E27FC236}">
                <a16:creationId xmlns:a16="http://schemas.microsoft.com/office/drawing/2014/main" id="{3AB890EB-3542-6A98-25C4-C237A1236E32}"/>
              </a:ext>
            </a:extLst>
          </p:cNvPr>
          <p:cNvSpPr/>
          <p:nvPr/>
        </p:nvSpPr>
        <p:spPr>
          <a:xfrm>
            <a:off x="11187294" y="3152140"/>
            <a:ext cx="507736" cy="474705"/>
          </a:xfrm>
          <a:prstGeom prst="roundRect">
            <a:avLst>
              <a:gd name="adj" fmla="val 36355"/>
            </a:avLst>
          </a:prstGeom>
          <a:solidFill>
            <a:schemeClr val="bg1">
              <a:lumMod val="95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tx1"/>
              </a:solidFill>
            </a:endParaRPr>
          </a:p>
        </p:txBody>
      </p:sp>
      <p:sp>
        <p:nvSpPr>
          <p:cNvPr id="466" name="正方形/長方形 465">
            <a:extLst>
              <a:ext uri="{FF2B5EF4-FFF2-40B4-BE49-F238E27FC236}">
                <a16:creationId xmlns:a16="http://schemas.microsoft.com/office/drawing/2014/main" id="{C9C6D8DE-9E07-F609-A356-F7F7675F8636}"/>
              </a:ext>
            </a:extLst>
          </p:cNvPr>
          <p:cNvSpPr/>
          <p:nvPr/>
        </p:nvSpPr>
        <p:spPr>
          <a:xfrm>
            <a:off x="11047406" y="3096376"/>
            <a:ext cx="618853" cy="24330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8" name="正方形/長方形 467">
            <a:extLst>
              <a:ext uri="{FF2B5EF4-FFF2-40B4-BE49-F238E27FC236}">
                <a16:creationId xmlns:a16="http://schemas.microsoft.com/office/drawing/2014/main" id="{80DB3664-5FF3-7C23-1436-ADB68C518BF9}"/>
              </a:ext>
            </a:extLst>
          </p:cNvPr>
          <p:cNvSpPr/>
          <p:nvPr/>
        </p:nvSpPr>
        <p:spPr>
          <a:xfrm>
            <a:off x="10860893" y="3304077"/>
            <a:ext cx="618853" cy="2958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6C305193-95D7-97F1-B845-07621810924F}"/>
              </a:ext>
            </a:extLst>
          </p:cNvPr>
          <p:cNvSpPr/>
          <p:nvPr/>
        </p:nvSpPr>
        <p:spPr>
          <a:xfrm>
            <a:off x="7004667" y="107501"/>
            <a:ext cx="1191861" cy="385011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>
                <a:solidFill>
                  <a:schemeClr val="tx1"/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rPr>
              <a:t>DAWIY</a:t>
            </a:r>
            <a:endParaRPr lang="ja-JP" altLang="en-US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6C7F1EF0-13C4-8CF4-9690-651CD77F07D2}"/>
              </a:ext>
            </a:extLst>
          </p:cNvPr>
          <p:cNvSpPr/>
          <p:nvPr/>
        </p:nvSpPr>
        <p:spPr>
          <a:xfrm>
            <a:off x="433347" y="1123813"/>
            <a:ext cx="2694569" cy="1549799"/>
          </a:xfrm>
          <a:prstGeom prst="roundRect">
            <a:avLst>
              <a:gd name="adj" fmla="val 13218"/>
            </a:avLst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tx1"/>
              </a:solidFill>
            </a:endParaRPr>
          </a:p>
        </p:txBody>
      </p:sp>
      <p:pic>
        <p:nvPicPr>
          <p:cNvPr id="11" name="グラフィックス 10" descr="音声 単色塗りつぶし">
            <a:extLst>
              <a:ext uri="{FF2B5EF4-FFF2-40B4-BE49-F238E27FC236}">
                <a16:creationId xmlns:a16="http://schemas.microsoft.com/office/drawing/2014/main" id="{52EAF453-CAB2-3F73-DCDA-7FCCD653B9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4147" y="978980"/>
            <a:ext cx="1079379" cy="1215157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07B90BC-DF8D-0F6A-EF12-BEE40C1A6EFD}"/>
              </a:ext>
            </a:extLst>
          </p:cNvPr>
          <p:cNvSpPr txBox="1"/>
          <p:nvPr/>
        </p:nvSpPr>
        <p:spPr>
          <a:xfrm>
            <a:off x="1601332" y="1275517"/>
            <a:ext cx="1661137" cy="6101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kumimoji="1" lang="ja-JP" altLang="en-US" sz="1400" dirty="0"/>
              <a:t>オーディオ</a:t>
            </a:r>
            <a:endParaRPr kumimoji="1" lang="en-US" altLang="ja-JP" sz="1400" dirty="0"/>
          </a:p>
          <a:p>
            <a:pPr>
              <a:lnSpc>
                <a:spcPct val="125000"/>
              </a:lnSpc>
            </a:pPr>
            <a:r>
              <a:rPr kumimoji="1" lang="ja-JP" altLang="en-US" sz="1400" dirty="0"/>
              <a:t>（</a:t>
            </a:r>
            <a:r>
              <a:rPr kumimoji="1" lang="en-US" altLang="ja-JP" sz="1400" dirty="0"/>
              <a:t>.wav, .mp3</a:t>
            </a:r>
            <a:r>
              <a:rPr lang="ja-JP" altLang="en-US" sz="1400" dirty="0"/>
              <a:t>等</a:t>
            </a:r>
            <a:r>
              <a:rPr kumimoji="1" lang="ja-JP" altLang="en-US" sz="1400" dirty="0"/>
              <a:t>）</a:t>
            </a: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1717A85-E68A-215C-031E-EBBC32AC8EC7}"/>
              </a:ext>
            </a:extLst>
          </p:cNvPr>
          <p:cNvSpPr txBox="1"/>
          <p:nvPr/>
        </p:nvSpPr>
        <p:spPr>
          <a:xfrm>
            <a:off x="643611" y="1952593"/>
            <a:ext cx="968831" cy="6101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ja-JP" sz="1400" dirty="0"/>
              <a:t>MIDI</a:t>
            </a:r>
            <a:endParaRPr kumimoji="1" lang="en-US" altLang="ja-JP" sz="1400" dirty="0"/>
          </a:p>
          <a:p>
            <a:pPr>
              <a:lnSpc>
                <a:spcPct val="125000"/>
              </a:lnSpc>
            </a:pPr>
            <a:r>
              <a:rPr kumimoji="1" lang="ja-JP" altLang="en-US" sz="1400" dirty="0"/>
              <a:t>（</a:t>
            </a:r>
            <a:r>
              <a:rPr kumimoji="1" lang="en-US" altLang="ja-JP" sz="1400" dirty="0"/>
              <a:t>.mid</a:t>
            </a:r>
            <a:r>
              <a:rPr kumimoji="1" lang="ja-JP" altLang="en-US" sz="1400" dirty="0"/>
              <a:t>）</a:t>
            </a:r>
          </a:p>
        </p:txBody>
      </p:sp>
      <p:sp>
        <p:nvSpPr>
          <p:cNvPr id="52" name="四角形: 角を丸くする 51">
            <a:extLst>
              <a:ext uri="{FF2B5EF4-FFF2-40B4-BE49-F238E27FC236}">
                <a16:creationId xmlns:a16="http://schemas.microsoft.com/office/drawing/2014/main" id="{0E2BBB29-A8EE-DCA6-5992-B1E3715BEA00}"/>
              </a:ext>
            </a:extLst>
          </p:cNvPr>
          <p:cNvSpPr/>
          <p:nvPr/>
        </p:nvSpPr>
        <p:spPr>
          <a:xfrm>
            <a:off x="428376" y="2820392"/>
            <a:ext cx="2694569" cy="1097863"/>
          </a:xfrm>
          <a:prstGeom prst="roundRect">
            <a:avLst>
              <a:gd name="adj" fmla="val 13218"/>
            </a:avLst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tx1"/>
              </a:solidFill>
            </a:endParaRPr>
          </a:p>
        </p:txBody>
      </p:sp>
      <p:pic>
        <p:nvPicPr>
          <p:cNvPr id="23" name="グラフィックス 22" descr="紙 枠線">
            <a:extLst>
              <a:ext uri="{FF2B5EF4-FFF2-40B4-BE49-F238E27FC236}">
                <a16:creationId xmlns:a16="http://schemas.microsoft.com/office/drawing/2014/main" id="{80AE065D-4747-88BF-D704-15C345A26C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2186" y="2891755"/>
            <a:ext cx="899785" cy="919049"/>
          </a:xfrm>
          <a:prstGeom prst="rect">
            <a:avLst/>
          </a:prstGeom>
        </p:spPr>
      </p:pic>
      <p:pic>
        <p:nvPicPr>
          <p:cNvPr id="48" name="グラフィックス 47" descr="矢印: 反時計回りの曲線 単色塗りつぶし">
            <a:extLst>
              <a:ext uri="{FF2B5EF4-FFF2-40B4-BE49-F238E27FC236}">
                <a16:creationId xmlns:a16="http://schemas.microsoft.com/office/drawing/2014/main" id="{729BDC3D-4405-1256-63B4-EA7892614EE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7376736">
            <a:off x="850596" y="3167751"/>
            <a:ext cx="378502" cy="454622"/>
          </a:xfrm>
          <a:prstGeom prst="rect">
            <a:avLst/>
          </a:prstGeom>
        </p:spPr>
      </p:pic>
      <p:pic>
        <p:nvPicPr>
          <p:cNvPr id="49" name="グラフィックス 48" descr="矢印: 反時計回りの曲線 単色塗りつぶし">
            <a:extLst>
              <a:ext uri="{FF2B5EF4-FFF2-40B4-BE49-F238E27FC236}">
                <a16:creationId xmlns:a16="http://schemas.microsoft.com/office/drawing/2014/main" id="{398E03FA-B7A0-BC26-99BB-DD526A6248A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6212480">
            <a:off x="898426" y="3256075"/>
            <a:ext cx="333828" cy="454622"/>
          </a:xfrm>
          <a:prstGeom prst="rect">
            <a:avLst/>
          </a:prstGeom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394A0C4B-D396-D3F3-DFF0-941D69E1C45F}"/>
              </a:ext>
            </a:extLst>
          </p:cNvPr>
          <p:cNvSpPr txBox="1"/>
          <p:nvPr/>
        </p:nvSpPr>
        <p:spPr>
          <a:xfrm>
            <a:off x="1279947" y="3073077"/>
            <a:ext cx="1943377" cy="6101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en-US" altLang="ja-JP" sz="1400" dirty="0"/>
              <a:t>d</a:t>
            </a:r>
            <a:r>
              <a:rPr kumimoji="1" lang="en-US" altLang="ja-JP" sz="1400" dirty="0"/>
              <a:t>awproject</a:t>
            </a:r>
            <a:r>
              <a:rPr kumimoji="1" lang="ja-JP" altLang="en-US" sz="1400" dirty="0"/>
              <a:t>ファイル</a:t>
            </a:r>
            <a:endParaRPr kumimoji="1" lang="en-US" altLang="ja-JP" sz="1400" dirty="0"/>
          </a:p>
          <a:p>
            <a:pPr>
              <a:lnSpc>
                <a:spcPct val="125000"/>
              </a:lnSpc>
            </a:pPr>
            <a:r>
              <a:rPr lang="ja-JP" altLang="en-US" sz="1400" dirty="0"/>
              <a:t>（</a:t>
            </a:r>
            <a:r>
              <a:rPr lang="en-US" altLang="ja-JP" sz="1400" dirty="0"/>
              <a:t>.dawproject</a:t>
            </a:r>
            <a:r>
              <a:rPr lang="ja-JP" altLang="en-US" sz="1400" dirty="0"/>
              <a:t>）</a:t>
            </a:r>
            <a:endParaRPr kumimoji="1" lang="ja-JP" altLang="en-US" sz="1400" dirty="0"/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D2DC783-396E-577D-DBE4-17ABE98C43D5}"/>
              </a:ext>
            </a:extLst>
          </p:cNvPr>
          <p:cNvSpPr/>
          <p:nvPr/>
        </p:nvSpPr>
        <p:spPr>
          <a:xfrm>
            <a:off x="435574" y="4066741"/>
            <a:ext cx="2694569" cy="1323578"/>
          </a:xfrm>
          <a:prstGeom prst="roundRect">
            <a:avLst>
              <a:gd name="adj" fmla="val 13218"/>
            </a:avLst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tx1"/>
              </a:solidFill>
            </a:endParaRPr>
          </a:p>
        </p:txBody>
      </p:sp>
      <p:pic>
        <p:nvPicPr>
          <p:cNvPr id="55" name="グラフィックス 54" descr="ドキュメント 枠線">
            <a:extLst>
              <a:ext uri="{FF2B5EF4-FFF2-40B4-BE49-F238E27FC236}">
                <a16:creationId xmlns:a16="http://schemas.microsoft.com/office/drawing/2014/main" id="{693A04AA-D447-6244-0A6C-F0DEC0D757C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2555" y="4097717"/>
            <a:ext cx="890051" cy="890051"/>
          </a:xfrm>
          <a:prstGeom prst="rect">
            <a:avLst/>
          </a:prstGeom>
        </p:spPr>
      </p:pic>
      <p:pic>
        <p:nvPicPr>
          <p:cNvPr id="57" name="グラフィックス 56" descr="フォルダー 枠線">
            <a:extLst>
              <a:ext uri="{FF2B5EF4-FFF2-40B4-BE49-F238E27FC236}">
                <a16:creationId xmlns:a16="http://schemas.microsoft.com/office/drawing/2014/main" id="{A19BA689-D2E3-3468-0070-CB7EC9B7C8B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994897" y="4078584"/>
            <a:ext cx="1017312" cy="1017312"/>
          </a:xfrm>
          <a:prstGeom prst="rect">
            <a:avLst/>
          </a:prstGeom>
        </p:spPr>
      </p:pic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4A21FF74-A707-99EF-1F98-700E339FE0EB}"/>
              </a:ext>
            </a:extLst>
          </p:cNvPr>
          <p:cNvSpPr/>
          <p:nvPr/>
        </p:nvSpPr>
        <p:spPr>
          <a:xfrm>
            <a:off x="523127" y="4942337"/>
            <a:ext cx="1076146" cy="365537"/>
          </a:xfrm>
          <a:prstGeom prst="roundRect">
            <a:avLst>
              <a:gd name="adj" fmla="val 27984"/>
            </a:avLst>
          </a:prstGeom>
          <a:noFill/>
          <a:ln w="571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TypeScript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(.ts)</a:t>
            </a:r>
            <a:endParaRPr lang="ja-JP" altLang="en-US" sz="1200" dirty="0">
              <a:solidFill>
                <a:schemeClr val="tx1"/>
              </a:solidFill>
            </a:endParaRPr>
          </a:p>
        </p:txBody>
      </p:sp>
      <p:sp>
        <p:nvSpPr>
          <p:cNvPr id="59" name="四角形: 角を丸くする 58">
            <a:extLst>
              <a:ext uri="{FF2B5EF4-FFF2-40B4-BE49-F238E27FC236}">
                <a16:creationId xmlns:a16="http://schemas.microsoft.com/office/drawing/2014/main" id="{95F6E4F3-B985-3168-855F-5A31B64B4F67}"/>
              </a:ext>
            </a:extLst>
          </p:cNvPr>
          <p:cNvSpPr/>
          <p:nvPr/>
        </p:nvSpPr>
        <p:spPr>
          <a:xfrm>
            <a:off x="1934281" y="4936773"/>
            <a:ext cx="1138544" cy="365537"/>
          </a:xfrm>
          <a:prstGeom prst="roundRect">
            <a:avLst>
              <a:gd name="adj" fmla="val 27984"/>
            </a:avLst>
          </a:prstGeom>
          <a:noFill/>
          <a:ln w="571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Zip</a:t>
            </a:r>
            <a:r>
              <a:rPr lang="ja-JP" altLang="en-US" sz="1200" dirty="0">
                <a:solidFill>
                  <a:schemeClr val="tx1"/>
                </a:solidFill>
              </a:rPr>
              <a:t>ファイル</a:t>
            </a:r>
            <a:endParaRPr lang="en-US" altLang="ja-JP" sz="1200" dirty="0">
              <a:solidFill>
                <a:schemeClr val="tx1"/>
              </a:solidFill>
            </a:endParaRP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(.zip)</a:t>
            </a:r>
            <a:endParaRPr lang="ja-JP" altLang="en-US" sz="1200" dirty="0">
              <a:solidFill>
                <a:schemeClr val="tx1"/>
              </a:solidFill>
            </a:endParaRPr>
          </a:p>
        </p:txBody>
      </p:sp>
      <p:cxnSp>
        <p:nvCxnSpPr>
          <p:cNvPr id="61" name="直線コネクタ 60">
            <a:extLst>
              <a:ext uri="{FF2B5EF4-FFF2-40B4-BE49-F238E27FC236}">
                <a16:creationId xmlns:a16="http://schemas.microsoft.com/office/drawing/2014/main" id="{0641BFC4-3A40-23CE-49C3-DA8570EF8236}"/>
              </a:ext>
            </a:extLst>
          </p:cNvPr>
          <p:cNvCxnSpPr>
            <a:cxnSpLocks/>
          </p:cNvCxnSpPr>
          <p:nvPr/>
        </p:nvCxnSpPr>
        <p:spPr>
          <a:xfrm>
            <a:off x="2199204" y="4596130"/>
            <a:ext cx="706052" cy="0"/>
          </a:xfrm>
          <a:prstGeom prst="line">
            <a:avLst/>
          </a:prstGeom>
          <a:ln w="635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直線コネクタ 62">
            <a:extLst>
              <a:ext uri="{FF2B5EF4-FFF2-40B4-BE49-F238E27FC236}">
                <a16:creationId xmlns:a16="http://schemas.microsoft.com/office/drawing/2014/main" id="{588F2860-EA7E-62C3-A78F-0D9786D8C4E3}"/>
              </a:ext>
            </a:extLst>
          </p:cNvPr>
          <p:cNvCxnSpPr>
            <a:cxnSpLocks/>
          </p:cNvCxnSpPr>
          <p:nvPr/>
        </p:nvCxnSpPr>
        <p:spPr>
          <a:xfrm>
            <a:off x="2136187" y="4657090"/>
            <a:ext cx="706052" cy="0"/>
          </a:xfrm>
          <a:prstGeom prst="line">
            <a:avLst/>
          </a:prstGeom>
          <a:ln w="635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直線矢印コネクタ 63">
            <a:extLst>
              <a:ext uri="{FF2B5EF4-FFF2-40B4-BE49-F238E27FC236}">
                <a16:creationId xmlns:a16="http://schemas.microsoft.com/office/drawing/2014/main" id="{65C49B3B-466C-DF46-C03C-D9B8B55EE943}"/>
              </a:ext>
            </a:extLst>
          </p:cNvPr>
          <p:cNvCxnSpPr>
            <a:cxnSpLocks/>
          </p:cNvCxnSpPr>
          <p:nvPr/>
        </p:nvCxnSpPr>
        <p:spPr>
          <a:xfrm>
            <a:off x="1576430" y="4634269"/>
            <a:ext cx="355600" cy="0"/>
          </a:xfrm>
          <a:prstGeom prst="straightConnector1">
            <a:avLst/>
          </a:prstGeom>
          <a:ln w="76200">
            <a:solidFill>
              <a:schemeClr val="bg1">
                <a:lumMod val="65000"/>
              </a:schemeClr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四角形: 角を丸くする 66">
            <a:extLst>
              <a:ext uri="{FF2B5EF4-FFF2-40B4-BE49-F238E27FC236}">
                <a16:creationId xmlns:a16="http://schemas.microsoft.com/office/drawing/2014/main" id="{464E76A0-4AC1-4C93-1F88-8E411CFD1844}"/>
              </a:ext>
            </a:extLst>
          </p:cNvPr>
          <p:cNvSpPr/>
          <p:nvPr/>
        </p:nvSpPr>
        <p:spPr>
          <a:xfrm>
            <a:off x="435637" y="5533799"/>
            <a:ext cx="2694569" cy="970054"/>
          </a:xfrm>
          <a:prstGeom prst="roundRect">
            <a:avLst>
              <a:gd name="adj" fmla="val 13218"/>
            </a:avLst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tx1"/>
              </a:solidFill>
            </a:endParaRPr>
          </a:p>
        </p:txBody>
      </p:sp>
      <p:pic>
        <p:nvPicPr>
          <p:cNvPr id="68" name="グラフィックス 67" descr="紙 枠線">
            <a:extLst>
              <a:ext uri="{FF2B5EF4-FFF2-40B4-BE49-F238E27FC236}">
                <a16:creationId xmlns:a16="http://schemas.microsoft.com/office/drawing/2014/main" id="{5A48CB32-742C-1963-CF50-EAC4D98B12E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805" y="5557058"/>
            <a:ext cx="899785" cy="919049"/>
          </a:xfrm>
          <a:prstGeom prst="rect">
            <a:avLst/>
          </a:prstGeom>
        </p:spPr>
      </p:pic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8CFAE632-960B-603A-E296-82D64B761DCE}"/>
              </a:ext>
            </a:extLst>
          </p:cNvPr>
          <p:cNvSpPr txBox="1"/>
          <p:nvPr/>
        </p:nvSpPr>
        <p:spPr>
          <a:xfrm>
            <a:off x="1336921" y="5726033"/>
            <a:ext cx="1660294" cy="6101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ja-JP" altLang="en-US" sz="1400" dirty="0"/>
              <a:t>プラグインで拡張</a:t>
            </a:r>
            <a:endParaRPr lang="en-US" altLang="ja-JP" sz="1400" dirty="0"/>
          </a:p>
          <a:p>
            <a:pPr>
              <a:lnSpc>
                <a:spcPct val="125000"/>
              </a:lnSpc>
            </a:pPr>
            <a:r>
              <a:rPr lang="ja-JP" altLang="en-US" sz="1400" dirty="0"/>
              <a:t>（形式は自由）</a:t>
            </a:r>
            <a:endParaRPr kumimoji="1" lang="ja-JP" altLang="en-US" sz="1400" dirty="0"/>
          </a:p>
        </p:txBody>
      </p: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8EFD40DF-A620-8DB0-044B-C731B86FC67E}"/>
              </a:ext>
            </a:extLst>
          </p:cNvPr>
          <p:cNvSpPr txBox="1"/>
          <p:nvPr/>
        </p:nvSpPr>
        <p:spPr>
          <a:xfrm>
            <a:off x="841766" y="5811372"/>
            <a:ext cx="4206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>
                <a:latin typeface="+mj-ea"/>
                <a:ea typeface="+mj-ea"/>
              </a:rPr>
              <a:t>？</a:t>
            </a:r>
          </a:p>
        </p:txBody>
      </p: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CF62A75F-D297-BF06-9966-2E371717CC0D}"/>
              </a:ext>
            </a:extLst>
          </p:cNvPr>
          <p:cNvSpPr/>
          <p:nvPr/>
        </p:nvSpPr>
        <p:spPr>
          <a:xfrm>
            <a:off x="4075963" y="986820"/>
            <a:ext cx="1861652" cy="1868139"/>
          </a:xfrm>
          <a:prstGeom prst="roundRect">
            <a:avLst>
              <a:gd name="adj" fmla="val 13218"/>
            </a:avLst>
          </a:prstGeom>
          <a:solidFill>
            <a:schemeClr val="bg1"/>
          </a:solidFill>
          <a:ln w="57150" cap="rnd">
            <a:solidFill>
              <a:schemeClr val="tx1"/>
            </a:solidFill>
            <a:prstDash val="sysDash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tx1"/>
              </a:solidFill>
            </a:endParaRPr>
          </a:p>
        </p:txBody>
      </p:sp>
      <p:sp>
        <p:nvSpPr>
          <p:cNvPr id="78" name="正方形/長方形 77">
            <a:extLst>
              <a:ext uri="{FF2B5EF4-FFF2-40B4-BE49-F238E27FC236}">
                <a16:creationId xmlns:a16="http://schemas.microsoft.com/office/drawing/2014/main" id="{B1B7202A-16A1-76E7-A3BE-A23D424CB111}"/>
              </a:ext>
            </a:extLst>
          </p:cNvPr>
          <p:cNvSpPr/>
          <p:nvPr/>
        </p:nvSpPr>
        <p:spPr>
          <a:xfrm>
            <a:off x="4295046" y="2263268"/>
            <a:ext cx="889207" cy="4382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79" name="正方形/長方形 78">
            <a:extLst>
              <a:ext uri="{FF2B5EF4-FFF2-40B4-BE49-F238E27FC236}">
                <a16:creationId xmlns:a16="http://schemas.microsoft.com/office/drawing/2014/main" id="{BE4E9F9D-58D8-6C2F-586D-AE4FE65C2BFB}"/>
              </a:ext>
            </a:extLst>
          </p:cNvPr>
          <p:cNvSpPr/>
          <p:nvPr/>
        </p:nvSpPr>
        <p:spPr>
          <a:xfrm>
            <a:off x="4852753" y="1735469"/>
            <a:ext cx="889207" cy="4382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0" name="グラフィックス 79" descr="音声 単色塗りつぶし">
            <a:extLst>
              <a:ext uri="{FF2B5EF4-FFF2-40B4-BE49-F238E27FC236}">
                <a16:creationId xmlns:a16="http://schemas.microsoft.com/office/drawing/2014/main" id="{F30FD65E-DD67-1B97-D295-B1A3D97C0A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88429" y="1757870"/>
            <a:ext cx="389271" cy="389271"/>
          </a:xfrm>
          <a:prstGeom prst="rect">
            <a:avLst/>
          </a:prstGeom>
        </p:spPr>
      </p:pic>
      <p:pic>
        <p:nvPicPr>
          <p:cNvPr id="81" name="グラフィックス 80" descr="音声 単色塗りつぶし">
            <a:extLst>
              <a:ext uri="{FF2B5EF4-FFF2-40B4-BE49-F238E27FC236}">
                <a16:creationId xmlns:a16="http://schemas.microsoft.com/office/drawing/2014/main" id="{6114596F-C061-4773-EDDD-AA76821E0D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01865" y="1760409"/>
            <a:ext cx="389271" cy="389271"/>
          </a:xfrm>
          <a:prstGeom prst="rect">
            <a:avLst/>
          </a:prstGeom>
        </p:spPr>
      </p:pic>
      <p:cxnSp>
        <p:nvCxnSpPr>
          <p:cNvPr id="83" name="直線コネクタ 82">
            <a:extLst>
              <a:ext uri="{FF2B5EF4-FFF2-40B4-BE49-F238E27FC236}">
                <a16:creationId xmlns:a16="http://schemas.microsoft.com/office/drawing/2014/main" id="{AAA3B747-FA64-2D59-D609-5897D0013F8C}"/>
              </a:ext>
            </a:extLst>
          </p:cNvPr>
          <p:cNvCxnSpPr>
            <a:cxnSpLocks/>
          </p:cNvCxnSpPr>
          <p:nvPr/>
        </p:nvCxnSpPr>
        <p:spPr>
          <a:xfrm>
            <a:off x="4331241" y="2557703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直線コネクタ 102">
            <a:extLst>
              <a:ext uri="{FF2B5EF4-FFF2-40B4-BE49-F238E27FC236}">
                <a16:creationId xmlns:a16="http://schemas.microsoft.com/office/drawing/2014/main" id="{570F2092-7EDF-B3A1-2E23-0CB936AAACE1}"/>
              </a:ext>
            </a:extLst>
          </p:cNvPr>
          <p:cNvCxnSpPr>
            <a:cxnSpLocks/>
          </p:cNvCxnSpPr>
          <p:nvPr/>
        </p:nvCxnSpPr>
        <p:spPr>
          <a:xfrm>
            <a:off x="4418871" y="2521508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直線コネクタ 103">
            <a:extLst>
              <a:ext uri="{FF2B5EF4-FFF2-40B4-BE49-F238E27FC236}">
                <a16:creationId xmlns:a16="http://schemas.microsoft.com/office/drawing/2014/main" id="{F26932EB-6128-36F2-812D-EC1CE28356EA}"/>
              </a:ext>
            </a:extLst>
          </p:cNvPr>
          <p:cNvCxnSpPr>
            <a:cxnSpLocks/>
          </p:cNvCxnSpPr>
          <p:nvPr/>
        </p:nvCxnSpPr>
        <p:spPr>
          <a:xfrm>
            <a:off x="4510311" y="2477972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直線コネクタ 104">
            <a:extLst>
              <a:ext uri="{FF2B5EF4-FFF2-40B4-BE49-F238E27FC236}">
                <a16:creationId xmlns:a16="http://schemas.microsoft.com/office/drawing/2014/main" id="{5792FF32-3446-B623-32DA-D95C5AAEB985}"/>
              </a:ext>
            </a:extLst>
          </p:cNvPr>
          <p:cNvCxnSpPr>
            <a:cxnSpLocks/>
          </p:cNvCxnSpPr>
          <p:nvPr/>
        </p:nvCxnSpPr>
        <p:spPr>
          <a:xfrm>
            <a:off x="4603656" y="2447288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直線コネクタ 108">
            <a:extLst>
              <a:ext uri="{FF2B5EF4-FFF2-40B4-BE49-F238E27FC236}">
                <a16:creationId xmlns:a16="http://schemas.microsoft.com/office/drawing/2014/main" id="{A00F5A78-79FD-44A5-B82E-45BF476A3117}"/>
              </a:ext>
            </a:extLst>
          </p:cNvPr>
          <p:cNvCxnSpPr>
            <a:cxnSpLocks/>
          </p:cNvCxnSpPr>
          <p:nvPr/>
        </p:nvCxnSpPr>
        <p:spPr>
          <a:xfrm>
            <a:off x="4692568" y="2420011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直線コネクタ 109">
            <a:extLst>
              <a:ext uri="{FF2B5EF4-FFF2-40B4-BE49-F238E27FC236}">
                <a16:creationId xmlns:a16="http://schemas.microsoft.com/office/drawing/2014/main" id="{8CE58461-ADB4-8B9E-056A-40DC69063CA1}"/>
              </a:ext>
            </a:extLst>
          </p:cNvPr>
          <p:cNvCxnSpPr>
            <a:cxnSpLocks/>
          </p:cNvCxnSpPr>
          <p:nvPr/>
        </p:nvCxnSpPr>
        <p:spPr>
          <a:xfrm>
            <a:off x="4603656" y="2557703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直線コネクタ 110">
            <a:extLst>
              <a:ext uri="{FF2B5EF4-FFF2-40B4-BE49-F238E27FC236}">
                <a16:creationId xmlns:a16="http://schemas.microsoft.com/office/drawing/2014/main" id="{24A80774-3BA1-6BF9-7ADE-00D471CD5AFE}"/>
              </a:ext>
            </a:extLst>
          </p:cNvPr>
          <p:cNvCxnSpPr>
            <a:cxnSpLocks/>
          </p:cNvCxnSpPr>
          <p:nvPr/>
        </p:nvCxnSpPr>
        <p:spPr>
          <a:xfrm>
            <a:off x="4784008" y="2557703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直線コネクタ 113">
            <a:extLst>
              <a:ext uri="{FF2B5EF4-FFF2-40B4-BE49-F238E27FC236}">
                <a16:creationId xmlns:a16="http://schemas.microsoft.com/office/drawing/2014/main" id="{81D5A8F6-63DA-0456-CC19-5F6AE68DDA83}"/>
              </a:ext>
            </a:extLst>
          </p:cNvPr>
          <p:cNvCxnSpPr>
            <a:cxnSpLocks/>
          </p:cNvCxnSpPr>
          <p:nvPr/>
        </p:nvCxnSpPr>
        <p:spPr>
          <a:xfrm>
            <a:off x="4692568" y="2502495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直線コネクタ 114">
            <a:extLst>
              <a:ext uri="{FF2B5EF4-FFF2-40B4-BE49-F238E27FC236}">
                <a16:creationId xmlns:a16="http://schemas.microsoft.com/office/drawing/2014/main" id="{DACD3BA4-9DE5-BD51-5171-FA8A7BB930ED}"/>
              </a:ext>
            </a:extLst>
          </p:cNvPr>
          <p:cNvCxnSpPr>
            <a:cxnSpLocks/>
          </p:cNvCxnSpPr>
          <p:nvPr/>
        </p:nvCxnSpPr>
        <p:spPr>
          <a:xfrm>
            <a:off x="4875448" y="2382830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直線コネクタ 115">
            <a:extLst>
              <a:ext uri="{FF2B5EF4-FFF2-40B4-BE49-F238E27FC236}">
                <a16:creationId xmlns:a16="http://schemas.microsoft.com/office/drawing/2014/main" id="{4F97C857-D5A7-BC0C-DBBE-6B83F02429E9}"/>
              </a:ext>
            </a:extLst>
          </p:cNvPr>
          <p:cNvCxnSpPr>
            <a:cxnSpLocks/>
          </p:cNvCxnSpPr>
          <p:nvPr/>
        </p:nvCxnSpPr>
        <p:spPr>
          <a:xfrm>
            <a:off x="4784008" y="2469483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直線コネクタ 116">
            <a:extLst>
              <a:ext uri="{FF2B5EF4-FFF2-40B4-BE49-F238E27FC236}">
                <a16:creationId xmlns:a16="http://schemas.microsoft.com/office/drawing/2014/main" id="{AC107E99-B814-9638-4B8D-CBEB17F231B5}"/>
              </a:ext>
            </a:extLst>
          </p:cNvPr>
          <p:cNvCxnSpPr>
            <a:cxnSpLocks/>
          </p:cNvCxnSpPr>
          <p:nvPr/>
        </p:nvCxnSpPr>
        <p:spPr>
          <a:xfrm>
            <a:off x="4331241" y="2394539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コネクタ 117">
            <a:extLst>
              <a:ext uri="{FF2B5EF4-FFF2-40B4-BE49-F238E27FC236}">
                <a16:creationId xmlns:a16="http://schemas.microsoft.com/office/drawing/2014/main" id="{EFFA5FC6-6B09-3FDB-23C5-8007749ECEA4}"/>
              </a:ext>
            </a:extLst>
          </p:cNvPr>
          <p:cNvCxnSpPr>
            <a:cxnSpLocks/>
          </p:cNvCxnSpPr>
          <p:nvPr/>
        </p:nvCxnSpPr>
        <p:spPr>
          <a:xfrm>
            <a:off x="4966071" y="2477972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直線コネクタ 122">
            <a:extLst>
              <a:ext uri="{FF2B5EF4-FFF2-40B4-BE49-F238E27FC236}">
                <a16:creationId xmlns:a16="http://schemas.microsoft.com/office/drawing/2014/main" id="{A2961E79-4D19-0834-D91B-DE9164FD092B}"/>
              </a:ext>
            </a:extLst>
          </p:cNvPr>
          <p:cNvCxnSpPr>
            <a:cxnSpLocks/>
          </p:cNvCxnSpPr>
          <p:nvPr/>
        </p:nvCxnSpPr>
        <p:spPr>
          <a:xfrm>
            <a:off x="5063849" y="2557703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直線コネクタ 123">
            <a:extLst>
              <a:ext uri="{FF2B5EF4-FFF2-40B4-BE49-F238E27FC236}">
                <a16:creationId xmlns:a16="http://schemas.microsoft.com/office/drawing/2014/main" id="{8F1DA131-FCAF-071D-0AE3-106CF57E055F}"/>
              </a:ext>
            </a:extLst>
          </p:cNvPr>
          <p:cNvCxnSpPr>
            <a:cxnSpLocks/>
          </p:cNvCxnSpPr>
          <p:nvPr/>
        </p:nvCxnSpPr>
        <p:spPr>
          <a:xfrm>
            <a:off x="4875448" y="2507137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テキスト ボックス 124">
            <a:extLst>
              <a:ext uri="{FF2B5EF4-FFF2-40B4-BE49-F238E27FC236}">
                <a16:creationId xmlns:a16="http://schemas.microsoft.com/office/drawing/2014/main" id="{9158DAA7-F1AC-5D6B-C5A0-BF3A4F3D9529}"/>
              </a:ext>
            </a:extLst>
          </p:cNvPr>
          <p:cNvSpPr txBox="1"/>
          <p:nvPr/>
        </p:nvSpPr>
        <p:spPr>
          <a:xfrm>
            <a:off x="4126686" y="1099534"/>
            <a:ext cx="18616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/>
              <a:t>それぞれリージョン</a:t>
            </a:r>
            <a:endParaRPr kumimoji="1" lang="en-US" altLang="ja-JP" sz="1400" dirty="0"/>
          </a:p>
          <a:p>
            <a:r>
              <a:rPr kumimoji="1" lang="ja-JP" altLang="en-US" sz="1400" dirty="0"/>
              <a:t>（クリップ）に変換</a:t>
            </a:r>
          </a:p>
        </p:txBody>
      </p:sp>
      <p:cxnSp>
        <p:nvCxnSpPr>
          <p:cNvPr id="127" name="直線コネクタ 126">
            <a:extLst>
              <a:ext uri="{FF2B5EF4-FFF2-40B4-BE49-F238E27FC236}">
                <a16:creationId xmlns:a16="http://schemas.microsoft.com/office/drawing/2014/main" id="{0B8D76AC-EBB1-E963-DACB-56B73158E319}"/>
              </a:ext>
            </a:extLst>
          </p:cNvPr>
          <p:cNvCxnSpPr>
            <a:cxnSpLocks/>
          </p:cNvCxnSpPr>
          <p:nvPr/>
        </p:nvCxnSpPr>
        <p:spPr>
          <a:xfrm>
            <a:off x="1576430" y="2013255"/>
            <a:ext cx="483336" cy="0"/>
          </a:xfrm>
          <a:prstGeom prst="line">
            <a:avLst/>
          </a:prstGeom>
          <a:ln w="1143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直線コネクタ 129">
            <a:extLst>
              <a:ext uri="{FF2B5EF4-FFF2-40B4-BE49-F238E27FC236}">
                <a16:creationId xmlns:a16="http://schemas.microsoft.com/office/drawing/2014/main" id="{19818BFB-119B-A5D4-0B30-0802B413C5A2}"/>
              </a:ext>
            </a:extLst>
          </p:cNvPr>
          <p:cNvCxnSpPr>
            <a:cxnSpLocks/>
          </p:cNvCxnSpPr>
          <p:nvPr/>
        </p:nvCxnSpPr>
        <p:spPr>
          <a:xfrm>
            <a:off x="2358903" y="2138985"/>
            <a:ext cx="483336" cy="0"/>
          </a:xfrm>
          <a:prstGeom prst="line">
            <a:avLst/>
          </a:prstGeom>
          <a:ln w="1143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直線コネクタ 130">
            <a:extLst>
              <a:ext uri="{FF2B5EF4-FFF2-40B4-BE49-F238E27FC236}">
                <a16:creationId xmlns:a16="http://schemas.microsoft.com/office/drawing/2014/main" id="{0C93C45E-A3A6-EFB0-9FC0-6361B1BDC4A2}"/>
              </a:ext>
            </a:extLst>
          </p:cNvPr>
          <p:cNvCxnSpPr>
            <a:cxnSpLocks/>
          </p:cNvCxnSpPr>
          <p:nvPr/>
        </p:nvCxnSpPr>
        <p:spPr>
          <a:xfrm>
            <a:off x="1967774" y="2253586"/>
            <a:ext cx="304685" cy="0"/>
          </a:xfrm>
          <a:prstGeom prst="line">
            <a:avLst/>
          </a:prstGeom>
          <a:ln w="1143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コネクタ 132">
            <a:extLst>
              <a:ext uri="{FF2B5EF4-FFF2-40B4-BE49-F238E27FC236}">
                <a16:creationId xmlns:a16="http://schemas.microsoft.com/office/drawing/2014/main" id="{8B3701AC-A759-D5C1-DBC9-E7DEE1D9ABCC}"/>
              </a:ext>
            </a:extLst>
          </p:cNvPr>
          <p:cNvCxnSpPr>
            <a:cxnSpLocks/>
          </p:cNvCxnSpPr>
          <p:nvPr/>
        </p:nvCxnSpPr>
        <p:spPr>
          <a:xfrm>
            <a:off x="2432594" y="2370697"/>
            <a:ext cx="304685" cy="0"/>
          </a:xfrm>
          <a:prstGeom prst="line">
            <a:avLst/>
          </a:prstGeom>
          <a:ln w="1143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直線コネクタ 133">
            <a:extLst>
              <a:ext uri="{FF2B5EF4-FFF2-40B4-BE49-F238E27FC236}">
                <a16:creationId xmlns:a16="http://schemas.microsoft.com/office/drawing/2014/main" id="{9421B6C9-55D9-1AF5-813B-3221DBD644DA}"/>
              </a:ext>
            </a:extLst>
          </p:cNvPr>
          <p:cNvCxnSpPr>
            <a:cxnSpLocks/>
          </p:cNvCxnSpPr>
          <p:nvPr/>
        </p:nvCxnSpPr>
        <p:spPr>
          <a:xfrm>
            <a:off x="1695415" y="2485972"/>
            <a:ext cx="474980" cy="0"/>
          </a:xfrm>
          <a:prstGeom prst="line">
            <a:avLst/>
          </a:prstGeom>
          <a:ln w="1143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直線矢印コネクタ 138">
            <a:extLst>
              <a:ext uri="{FF2B5EF4-FFF2-40B4-BE49-F238E27FC236}">
                <a16:creationId xmlns:a16="http://schemas.microsoft.com/office/drawing/2014/main" id="{4B8DE086-B63D-7DD7-DFA5-682B8CF2F1E6}"/>
              </a:ext>
            </a:extLst>
          </p:cNvPr>
          <p:cNvCxnSpPr>
            <a:cxnSpLocks/>
          </p:cNvCxnSpPr>
          <p:nvPr/>
        </p:nvCxnSpPr>
        <p:spPr>
          <a:xfrm>
            <a:off x="6026114" y="1926782"/>
            <a:ext cx="1171576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四角形: 角を丸くする 142">
            <a:extLst>
              <a:ext uri="{FF2B5EF4-FFF2-40B4-BE49-F238E27FC236}">
                <a16:creationId xmlns:a16="http://schemas.microsoft.com/office/drawing/2014/main" id="{FBDF46E4-C487-CF9E-CC37-8FEC58ED6A60}"/>
              </a:ext>
            </a:extLst>
          </p:cNvPr>
          <p:cNvSpPr/>
          <p:nvPr/>
        </p:nvSpPr>
        <p:spPr>
          <a:xfrm>
            <a:off x="7266103" y="601750"/>
            <a:ext cx="4142516" cy="2663051"/>
          </a:xfrm>
          <a:prstGeom prst="roundRect">
            <a:avLst>
              <a:gd name="adj" fmla="val 3359"/>
            </a:avLst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tx1"/>
              </a:solidFill>
            </a:endParaRPr>
          </a:p>
        </p:txBody>
      </p:sp>
      <p:sp>
        <p:nvSpPr>
          <p:cNvPr id="145" name="四角形: 角を丸くする 144">
            <a:extLst>
              <a:ext uri="{FF2B5EF4-FFF2-40B4-BE49-F238E27FC236}">
                <a16:creationId xmlns:a16="http://schemas.microsoft.com/office/drawing/2014/main" id="{FDBF1BB0-4E00-EF5C-76C1-1040F210A809}"/>
              </a:ext>
            </a:extLst>
          </p:cNvPr>
          <p:cNvSpPr/>
          <p:nvPr/>
        </p:nvSpPr>
        <p:spPr>
          <a:xfrm>
            <a:off x="238746" y="432382"/>
            <a:ext cx="1258489" cy="294265"/>
          </a:xfrm>
          <a:prstGeom prst="roundRect">
            <a:avLst>
              <a:gd name="adj" fmla="val 27984"/>
            </a:avLst>
          </a:prstGeom>
          <a:noFill/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2400" dirty="0">
                <a:solidFill>
                  <a:schemeClr val="tx1"/>
                </a:solidFill>
                <a:latin typeface="モボ-SemiBold" panose="02000700000000000000" pitchFamily="50" charset="-128"/>
                <a:ea typeface="モボ-SemiBold" panose="02000700000000000000" pitchFamily="50" charset="-128"/>
              </a:rPr>
              <a:t>ユーザ</a:t>
            </a:r>
            <a:endParaRPr lang="ja-JP" altLang="en-US" sz="2000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pic>
        <p:nvPicPr>
          <p:cNvPr id="146" name="グラフィックス 145" descr="ユーザー 枠線">
            <a:extLst>
              <a:ext uri="{FF2B5EF4-FFF2-40B4-BE49-F238E27FC236}">
                <a16:creationId xmlns:a16="http://schemas.microsoft.com/office/drawing/2014/main" id="{89650453-5410-8D8D-4B7F-6BBD6C20FD09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48639" y="46539"/>
            <a:ext cx="1079379" cy="1077180"/>
          </a:xfrm>
          <a:prstGeom prst="rect">
            <a:avLst/>
          </a:prstGeom>
        </p:spPr>
      </p:pic>
      <p:cxnSp>
        <p:nvCxnSpPr>
          <p:cNvPr id="147" name="直線コネクタ 146">
            <a:extLst>
              <a:ext uri="{FF2B5EF4-FFF2-40B4-BE49-F238E27FC236}">
                <a16:creationId xmlns:a16="http://schemas.microsoft.com/office/drawing/2014/main" id="{0222AB56-7415-6B24-5F0F-2EB7C7B20D13}"/>
              </a:ext>
            </a:extLst>
          </p:cNvPr>
          <p:cNvCxnSpPr>
            <a:cxnSpLocks/>
          </p:cNvCxnSpPr>
          <p:nvPr/>
        </p:nvCxnSpPr>
        <p:spPr>
          <a:xfrm>
            <a:off x="1775051" y="822960"/>
            <a:ext cx="0" cy="300853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直線コネクタ 149">
            <a:extLst>
              <a:ext uri="{FF2B5EF4-FFF2-40B4-BE49-F238E27FC236}">
                <a16:creationId xmlns:a16="http://schemas.microsoft.com/office/drawing/2014/main" id="{B35AD921-48F6-0ADF-011D-4B7751A1185F}"/>
              </a:ext>
            </a:extLst>
          </p:cNvPr>
          <p:cNvCxnSpPr>
            <a:cxnSpLocks/>
          </p:cNvCxnSpPr>
          <p:nvPr/>
        </p:nvCxnSpPr>
        <p:spPr>
          <a:xfrm>
            <a:off x="1786802" y="2673612"/>
            <a:ext cx="0" cy="144833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直線コネクタ 150">
            <a:extLst>
              <a:ext uri="{FF2B5EF4-FFF2-40B4-BE49-F238E27FC236}">
                <a16:creationId xmlns:a16="http://schemas.microsoft.com/office/drawing/2014/main" id="{460E6460-73CE-B992-6893-FF3B6F90EC6F}"/>
              </a:ext>
            </a:extLst>
          </p:cNvPr>
          <p:cNvCxnSpPr>
            <a:cxnSpLocks/>
          </p:cNvCxnSpPr>
          <p:nvPr/>
        </p:nvCxnSpPr>
        <p:spPr>
          <a:xfrm>
            <a:off x="1792457" y="3918255"/>
            <a:ext cx="0" cy="144833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直線コネクタ 151">
            <a:extLst>
              <a:ext uri="{FF2B5EF4-FFF2-40B4-BE49-F238E27FC236}">
                <a16:creationId xmlns:a16="http://schemas.microsoft.com/office/drawing/2014/main" id="{9ECA03AB-34EC-2747-844B-92AC6678E5F2}"/>
              </a:ext>
            </a:extLst>
          </p:cNvPr>
          <p:cNvCxnSpPr>
            <a:cxnSpLocks/>
          </p:cNvCxnSpPr>
          <p:nvPr/>
        </p:nvCxnSpPr>
        <p:spPr>
          <a:xfrm>
            <a:off x="1816621" y="5390319"/>
            <a:ext cx="0" cy="144833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テキスト ボックス 155">
            <a:extLst>
              <a:ext uri="{FF2B5EF4-FFF2-40B4-BE49-F238E27FC236}">
                <a16:creationId xmlns:a16="http://schemas.microsoft.com/office/drawing/2014/main" id="{FE4B1913-D1B1-F8B3-51F5-CF9DBAAB8D5B}"/>
              </a:ext>
            </a:extLst>
          </p:cNvPr>
          <p:cNvSpPr txBox="1"/>
          <p:nvPr/>
        </p:nvSpPr>
        <p:spPr>
          <a:xfrm>
            <a:off x="2015289" y="391200"/>
            <a:ext cx="15771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 dirty="0"/>
              <a:t>マウス操作等</a:t>
            </a:r>
          </a:p>
        </p:txBody>
      </p:sp>
      <p:sp>
        <p:nvSpPr>
          <p:cNvPr id="162" name="テキスト ボックス 161">
            <a:extLst>
              <a:ext uri="{FF2B5EF4-FFF2-40B4-BE49-F238E27FC236}">
                <a16:creationId xmlns:a16="http://schemas.microsoft.com/office/drawing/2014/main" id="{CBF06058-0ED2-E54F-6257-323AE1B576C3}"/>
              </a:ext>
            </a:extLst>
          </p:cNvPr>
          <p:cNvSpPr txBox="1"/>
          <p:nvPr/>
        </p:nvSpPr>
        <p:spPr>
          <a:xfrm>
            <a:off x="4197205" y="447863"/>
            <a:ext cx="16263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入力情報の処理</a:t>
            </a:r>
          </a:p>
        </p:txBody>
      </p:sp>
      <p:cxnSp>
        <p:nvCxnSpPr>
          <p:cNvPr id="163" name="直線矢印コネクタ 162">
            <a:extLst>
              <a:ext uri="{FF2B5EF4-FFF2-40B4-BE49-F238E27FC236}">
                <a16:creationId xmlns:a16="http://schemas.microsoft.com/office/drawing/2014/main" id="{156BF09B-96EE-E2F9-D587-7E3A37037174}"/>
              </a:ext>
            </a:extLst>
          </p:cNvPr>
          <p:cNvCxnSpPr>
            <a:cxnSpLocks/>
          </p:cNvCxnSpPr>
          <p:nvPr/>
        </p:nvCxnSpPr>
        <p:spPr>
          <a:xfrm>
            <a:off x="3593567" y="3037763"/>
            <a:ext cx="2765484" cy="6463"/>
          </a:xfrm>
          <a:prstGeom prst="straightConnector1">
            <a:avLst/>
          </a:prstGeom>
          <a:ln w="762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直線コネクタ 164">
            <a:extLst>
              <a:ext uri="{FF2B5EF4-FFF2-40B4-BE49-F238E27FC236}">
                <a16:creationId xmlns:a16="http://schemas.microsoft.com/office/drawing/2014/main" id="{0D9AEB1C-87ED-402D-3DEE-9C9889124DD8}"/>
              </a:ext>
            </a:extLst>
          </p:cNvPr>
          <p:cNvCxnSpPr>
            <a:cxnSpLocks/>
          </p:cNvCxnSpPr>
          <p:nvPr/>
        </p:nvCxnSpPr>
        <p:spPr>
          <a:xfrm>
            <a:off x="3630147" y="3000375"/>
            <a:ext cx="0" cy="408022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テキスト ボックス 173">
            <a:extLst>
              <a:ext uri="{FF2B5EF4-FFF2-40B4-BE49-F238E27FC236}">
                <a16:creationId xmlns:a16="http://schemas.microsoft.com/office/drawing/2014/main" id="{C427B8DE-6549-0D80-18E9-9DAE53B8BABA}"/>
              </a:ext>
            </a:extLst>
          </p:cNvPr>
          <p:cNvSpPr txBox="1"/>
          <p:nvPr/>
        </p:nvSpPr>
        <p:spPr>
          <a:xfrm>
            <a:off x="3520552" y="3096376"/>
            <a:ext cx="23920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ファイルを解釈して展開</a:t>
            </a:r>
          </a:p>
        </p:txBody>
      </p:sp>
      <p:cxnSp>
        <p:nvCxnSpPr>
          <p:cNvPr id="175" name="直線矢印コネクタ 174">
            <a:extLst>
              <a:ext uri="{FF2B5EF4-FFF2-40B4-BE49-F238E27FC236}">
                <a16:creationId xmlns:a16="http://schemas.microsoft.com/office/drawing/2014/main" id="{D0D60B6C-8179-89D6-97CC-40ADB4E5F4D0}"/>
              </a:ext>
            </a:extLst>
          </p:cNvPr>
          <p:cNvCxnSpPr>
            <a:cxnSpLocks/>
          </p:cNvCxnSpPr>
          <p:nvPr/>
        </p:nvCxnSpPr>
        <p:spPr>
          <a:xfrm>
            <a:off x="7266103" y="978980"/>
            <a:ext cx="4142515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8" name="グラフィックス 177" descr="再生 単色塗りつぶし">
            <a:extLst>
              <a:ext uri="{FF2B5EF4-FFF2-40B4-BE49-F238E27FC236}">
                <a16:creationId xmlns:a16="http://schemas.microsoft.com/office/drawing/2014/main" id="{BA5B5743-4285-6F58-81E9-84EC9C5DAAC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060946" y="637001"/>
            <a:ext cx="337532" cy="302704"/>
          </a:xfrm>
          <a:prstGeom prst="rect">
            <a:avLst/>
          </a:prstGeom>
        </p:spPr>
      </p:pic>
      <p:sp>
        <p:nvSpPr>
          <p:cNvPr id="179" name="楕円 178">
            <a:extLst>
              <a:ext uri="{FF2B5EF4-FFF2-40B4-BE49-F238E27FC236}">
                <a16:creationId xmlns:a16="http://schemas.microsoft.com/office/drawing/2014/main" id="{4261461B-68DA-1ED8-08F9-4DED45653193}"/>
              </a:ext>
            </a:extLst>
          </p:cNvPr>
          <p:cNvSpPr/>
          <p:nvPr/>
        </p:nvSpPr>
        <p:spPr>
          <a:xfrm>
            <a:off x="8449390" y="680721"/>
            <a:ext cx="236107" cy="229812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81" name="グラフィックス 180" descr="繰り返し 枠線">
            <a:extLst>
              <a:ext uri="{FF2B5EF4-FFF2-40B4-BE49-F238E27FC236}">
                <a16:creationId xmlns:a16="http://schemas.microsoft.com/office/drawing/2014/main" id="{13BD553C-A5BB-1A97-C26B-72AB5E7FB90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 rot="20190343" flipH="1">
            <a:off x="8775064" y="640951"/>
            <a:ext cx="306059" cy="309105"/>
          </a:xfrm>
          <a:prstGeom prst="rect">
            <a:avLst/>
          </a:prstGeom>
        </p:spPr>
      </p:pic>
      <p:pic>
        <p:nvPicPr>
          <p:cNvPr id="182" name="グラフィックス 181" descr="再生 単色塗りつぶし">
            <a:extLst>
              <a:ext uri="{FF2B5EF4-FFF2-40B4-BE49-F238E27FC236}">
                <a16:creationId xmlns:a16="http://schemas.microsoft.com/office/drawing/2014/main" id="{BE64749D-3337-4A91-AFF2-A8A3F35384E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 flipH="1">
            <a:off x="7732209" y="639750"/>
            <a:ext cx="273958" cy="307615"/>
          </a:xfrm>
          <a:prstGeom prst="rect">
            <a:avLst/>
          </a:prstGeom>
        </p:spPr>
      </p:pic>
      <p:cxnSp>
        <p:nvCxnSpPr>
          <p:cNvPr id="184" name="直線コネクタ 183">
            <a:extLst>
              <a:ext uri="{FF2B5EF4-FFF2-40B4-BE49-F238E27FC236}">
                <a16:creationId xmlns:a16="http://schemas.microsoft.com/office/drawing/2014/main" id="{82E366F8-2B40-5846-AE9B-4444F0026820}"/>
              </a:ext>
            </a:extLst>
          </p:cNvPr>
          <p:cNvCxnSpPr>
            <a:cxnSpLocks/>
          </p:cNvCxnSpPr>
          <p:nvPr/>
        </p:nvCxnSpPr>
        <p:spPr>
          <a:xfrm>
            <a:off x="7766015" y="675641"/>
            <a:ext cx="0" cy="229812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直線コネクタ 185">
            <a:extLst>
              <a:ext uri="{FF2B5EF4-FFF2-40B4-BE49-F238E27FC236}">
                <a16:creationId xmlns:a16="http://schemas.microsoft.com/office/drawing/2014/main" id="{894DF838-D415-B8A9-812E-B2C8286D84D5}"/>
              </a:ext>
            </a:extLst>
          </p:cNvPr>
          <p:cNvCxnSpPr>
            <a:cxnSpLocks/>
          </p:cNvCxnSpPr>
          <p:nvPr/>
        </p:nvCxnSpPr>
        <p:spPr>
          <a:xfrm flipH="1">
            <a:off x="7385333" y="700825"/>
            <a:ext cx="21526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直線コネクタ 192">
            <a:extLst>
              <a:ext uri="{FF2B5EF4-FFF2-40B4-BE49-F238E27FC236}">
                <a16:creationId xmlns:a16="http://schemas.microsoft.com/office/drawing/2014/main" id="{68B5A989-7E56-7194-E08E-CD819707EC4B}"/>
              </a:ext>
            </a:extLst>
          </p:cNvPr>
          <p:cNvCxnSpPr>
            <a:cxnSpLocks/>
          </p:cNvCxnSpPr>
          <p:nvPr/>
        </p:nvCxnSpPr>
        <p:spPr>
          <a:xfrm flipH="1">
            <a:off x="7388190" y="788353"/>
            <a:ext cx="212408" cy="28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直線コネクタ 193">
            <a:extLst>
              <a:ext uri="{FF2B5EF4-FFF2-40B4-BE49-F238E27FC236}">
                <a16:creationId xmlns:a16="http://schemas.microsoft.com/office/drawing/2014/main" id="{F8E0F7EA-4794-5589-8A62-36A1BD74C231}"/>
              </a:ext>
            </a:extLst>
          </p:cNvPr>
          <p:cNvCxnSpPr>
            <a:cxnSpLocks/>
          </p:cNvCxnSpPr>
          <p:nvPr/>
        </p:nvCxnSpPr>
        <p:spPr>
          <a:xfrm flipH="1">
            <a:off x="7388190" y="876357"/>
            <a:ext cx="21240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3" name="直線矢印コネクタ 202">
            <a:extLst>
              <a:ext uri="{FF2B5EF4-FFF2-40B4-BE49-F238E27FC236}">
                <a16:creationId xmlns:a16="http://schemas.microsoft.com/office/drawing/2014/main" id="{68EFD4E7-B7B8-64EF-116B-75A5F9C02FB7}"/>
              </a:ext>
            </a:extLst>
          </p:cNvPr>
          <p:cNvCxnSpPr>
            <a:cxnSpLocks/>
          </p:cNvCxnSpPr>
          <p:nvPr/>
        </p:nvCxnSpPr>
        <p:spPr>
          <a:xfrm>
            <a:off x="9196335" y="615482"/>
            <a:ext cx="0" cy="371338"/>
          </a:xfrm>
          <a:prstGeom prst="straightConnector1">
            <a:avLst/>
          </a:prstGeom>
          <a:ln w="381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直線矢印コネクタ 207">
            <a:extLst>
              <a:ext uri="{FF2B5EF4-FFF2-40B4-BE49-F238E27FC236}">
                <a16:creationId xmlns:a16="http://schemas.microsoft.com/office/drawing/2014/main" id="{5D320D34-CF85-6510-AFC6-39A9F54845BD}"/>
              </a:ext>
            </a:extLst>
          </p:cNvPr>
          <p:cNvCxnSpPr>
            <a:cxnSpLocks/>
          </p:cNvCxnSpPr>
          <p:nvPr/>
        </p:nvCxnSpPr>
        <p:spPr>
          <a:xfrm>
            <a:off x="11107260" y="986820"/>
            <a:ext cx="0" cy="2259156"/>
          </a:xfrm>
          <a:prstGeom prst="straightConnector1">
            <a:avLst/>
          </a:prstGeom>
          <a:ln w="381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直線矢印コネクタ 217">
            <a:extLst>
              <a:ext uri="{FF2B5EF4-FFF2-40B4-BE49-F238E27FC236}">
                <a16:creationId xmlns:a16="http://schemas.microsoft.com/office/drawing/2014/main" id="{3DB2D302-057E-98E1-05C2-F49D592FDF9B}"/>
              </a:ext>
            </a:extLst>
          </p:cNvPr>
          <p:cNvCxnSpPr>
            <a:cxnSpLocks/>
          </p:cNvCxnSpPr>
          <p:nvPr/>
        </p:nvCxnSpPr>
        <p:spPr>
          <a:xfrm>
            <a:off x="6359051" y="755640"/>
            <a:ext cx="0" cy="2327856"/>
          </a:xfrm>
          <a:prstGeom prst="straightConnector1">
            <a:avLst/>
          </a:prstGeom>
          <a:ln w="762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直線矢印コネクタ 228">
            <a:extLst>
              <a:ext uri="{FF2B5EF4-FFF2-40B4-BE49-F238E27FC236}">
                <a16:creationId xmlns:a16="http://schemas.microsoft.com/office/drawing/2014/main" id="{74430B80-35D4-46E0-390E-AA4F61E5BB99}"/>
              </a:ext>
            </a:extLst>
          </p:cNvPr>
          <p:cNvCxnSpPr>
            <a:cxnSpLocks/>
          </p:cNvCxnSpPr>
          <p:nvPr/>
        </p:nvCxnSpPr>
        <p:spPr>
          <a:xfrm>
            <a:off x="8398478" y="998250"/>
            <a:ext cx="0" cy="2279496"/>
          </a:xfrm>
          <a:prstGeom prst="straightConnector1">
            <a:avLst/>
          </a:prstGeom>
          <a:ln w="381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直線矢印コネクタ 229">
            <a:extLst>
              <a:ext uri="{FF2B5EF4-FFF2-40B4-BE49-F238E27FC236}">
                <a16:creationId xmlns:a16="http://schemas.microsoft.com/office/drawing/2014/main" id="{C7EAEAF2-6E8A-094F-A084-AD97EDFA2E7F}"/>
              </a:ext>
            </a:extLst>
          </p:cNvPr>
          <p:cNvCxnSpPr>
            <a:cxnSpLocks/>
          </p:cNvCxnSpPr>
          <p:nvPr/>
        </p:nvCxnSpPr>
        <p:spPr>
          <a:xfrm flipH="1">
            <a:off x="7266103" y="2575203"/>
            <a:ext cx="3834932" cy="0"/>
          </a:xfrm>
          <a:prstGeom prst="straightConnector1">
            <a:avLst/>
          </a:prstGeom>
          <a:ln w="381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直線矢印コネクタ 232">
            <a:extLst>
              <a:ext uri="{FF2B5EF4-FFF2-40B4-BE49-F238E27FC236}">
                <a16:creationId xmlns:a16="http://schemas.microsoft.com/office/drawing/2014/main" id="{2AFF6023-564F-0135-E034-473D7718A4A8}"/>
              </a:ext>
            </a:extLst>
          </p:cNvPr>
          <p:cNvCxnSpPr>
            <a:cxnSpLocks/>
          </p:cNvCxnSpPr>
          <p:nvPr/>
        </p:nvCxnSpPr>
        <p:spPr>
          <a:xfrm flipH="1">
            <a:off x="7277088" y="1112162"/>
            <a:ext cx="3834932" cy="0"/>
          </a:xfrm>
          <a:prstGeom prst="straightConnector1">
            <a:avLst/>
          </a:prstGeom>
          <a:ln w="254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直線矢印コネクタ 233">
            <a:extLst>
              <a:ext uri="{FF2B5EF4-FFF2-40B4-BE49-F238E27FC236}">
                <a16:creationId xmlns:a16="http://schemas.microsoft.com/office/drawing/2014/main" id="{887F47B5-BF9F-7ADA-DB94-1DA64970BB1F}"/>
              </a:ext>
            </a:extLst>
          </p:cNvPr>
          <p:cNvCxnSpPr>
            <a:cxnSpLocks/>
          </p:cNvCxnSpPr>
          <p:nvPr/>
        </p:nvCxnSpPr>
        <p:spPr>
          <a:xfrm flipH="1">
            <a:off x="7277088" y="1597081"/>
            <a:ext cx="3834932" cy="0"/>
          </a:xfrm>
          <a:prstGeom prst="straightConnector1">
            <a:avLst/>
          </a:prstGeom>
          <a:ln w="254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直線矢印コネクタ 234">
            <a:extLst>
              <a:ext uri="{FF2B5EF4-FFF2-40B4-BE49-F238E27FC236}">
                <a16:creationId xmlns:a16="http://schemas.microsoft.com/office/drawing/2014/main" id="{8A62AC14-ED47-E6CE-3B03-33B2A16FB3DE}"/>
              </a:ext>
            </a:extLst>
          </p:cNvPr>
          <p:cNvCxnSpPr>
            <a:cxnSpLocks/>
          </p:cNvCxnSpPr>
          <p:nvPr/>
        </p:nvCxnSpPr>
        <p:spPr>
          <a:xfrm flipH="1">
            <a:off x="7277088" y="2088434"/>
            <a:ext cx="3834932" cy="0"/>
          </a:xfrm>
          <a:prstGeom prst="straightConnector1">
            <a:avLst/>
          </a:prstGeom>
          <a:ln w="254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テキスト ボックス 235">
            <a:extLst>
              <a:ext uri="{FF2B5EF4-FFF2-40B4-BE49-F238E27FC236}">
                <a16:creationId xmlns:a16="http://schemas.microsoft.com/office/drawing/2014/main" id="{5571DE7F-F4E6-2195-E960-24D39E6095CB}"/>
              </a:ext>
            </a:extLst>
          </p:cNvPr>
          <p:cNvSpPr txBox="1"/>
          <p:nvPr/>
        </p:nvSpPr>
        <p:spPr>
          <a:xfrm>
            <a:off x="7261527" y="1212261"/>
            <a:ext cx="1045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>
                <a:latin typeface="+mn-ea"/>
              </a:rPr>
              <a:t>トラック</a:t>
            </a:r>
            <a:r>
              <a:rPr kumimoji="1" lang="en-US" altLang="ja-JP" sz="1400" dirty="0">
                <a:latin typeface="+mn-ea"/>
              </a:rPr>
              <a:t>1</a:t>
            </a:r>
            <a:endParaRPr kumimoji="1" lang="ja-JP" altLang="en-US" sz="1400" dirty="0">
              <a:latin typeface="+mn-ea"/>
            </a:endParaRPr>
          </a:p>
        </p:txBody>
      </p:sp>
      <p:sp>
        <p:nvSpPr>
          <p:cNvPr id="237" name="テキスト ボックス 236">
            <a:extLst>
              <a:ext uri="{FF2B5EF4-FFF2-40B4-BE49-F238E27FC236}">
                <a16:creationId xmlns:a16="http://schemas.microsoft.com/office/drawing/2014/main" id="{F9D74269-03C8-4DB6-1274-D8C572F13050}"/>
              </a:ext>
            </a:extLst>
          </p:cNvPr>
          <p:cNvSpPr txBox="1"/>
          <p:nvPr/>
        </p:nvSpPr>
        <p:spPr>
          <a:xfrm>
            <a:off x="7264336" y="1699298"/>
            <a:ext cx="1045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>
                <a:latin typeface="+mn-ea"/>
              </a:rPr>
              <a:t>トラック</a:t>
            </a:r>
            <a:r>
              <a:rPr kumimoji="1" lang="en-US" altLang="ja-JP" sz="1400" dirty="0">
                <a:latin typeface="+mn-ea"/>
              </a:rPr>
              <a:t>2</a:t>
            </a:r>
            <a:endParaRPr kumimoji="1" lang="ja-JP" altLang="en-US" sz="1400" dirty="0">
              <a:latin typeface="+mn-ea"/>
            </a:endParaRPr>
          </a:p>
        </p:txBody>
      </p:sp>
      <p:sp>
        <p:nvSpPr>
          <p:cNvPr id="238" name="テキスト ボックス 237">
            <a:extLst>
              <a:ext uri="{FF2B5EF4-FFF2-40B4-BE49-F238E27FC236}">
                <a16:creationId xmlns:a16="http://schemas.microsoft.com/office/drawing/2014/main" id="{0AF549AF-E8E5-17D7-B796-0478A09C67FB}"/>
              </a:ext>
            </a:extLst>
          </p:cNvPr>
          <p:cNvSpPr txBox="1"/>
          <p:nvPr/>
        </p:nvSpPr>
        <p:spPr>
          <a:xfrm>
            <a:off x="7216971" y="2128825"/>
            <a:ext cx="12324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000" dirty="0">
                <a:latin typeface="+mn-ea"/>
              </a:rPr>
              <a:t>トラック</a:t>
            </a:r>
            <a:r>
              <a:rPr kumimoji="1" lang="en-US" altLang="ja-JP" sz="1000" dirty="0">
                <a:latin typeface="+mn-ea"/>
              </a:rPr>
              <a:t>2</a:t>
            </a:r>
            <a:r>
              <a:rPr kumimoji="1" lang="ja-JP" altLang="en-US" sz="1000" dirty="0">
                <a:latin typeface="+mn-ea"/>
              </a:rPr>
              <a:t>の</a:t>
            </a:r>
            <a:endParaRPr kumimoji="1" lang="en-US" altLang="ja-JP" sz="1000" dirty="0">
              <a:latin typeface="+mn-ea"/>
            </a:endParaRPr>
          </a:p>
          <a:p>
            <a:pPr algn="ctr"/>
            <a:r>
              <a:rPr kumimoji="1" lang="ja-JP" altLang="en-US" sz="1000" dirty="0">
                <a:latin typeface="+mn-ea"/>
              </a:rPr>
              <a:t>オートメーション</a:t>
            </a:r>
          </a:p>
        </p:txBody>
      </p:sp>
      <p:cxnSp>
        <p:nvCxnSpPr>
          <p:cNvPr id="298" name="直線コネクタ 297">
            <a:extLst>
              <a:ext uri="{FF2B5EF4-FFF2-40B4-BE49-F238E27FC236}">
                <a16:creationId xmlns:a16="http://schemas.microsoft.com/office/drawing/2014/main" id="{7ADEFDF6-75B7-68DE-6900-0ED949FE51E9}"/>
              </a:ext>
            </a:extLst>
          </p:cNvPr>
          <p:cNvCxnSpPr>
            <a:cxnSpLocks/>
          </p:cNvCxnSpPr>
          <p:nvPr/>
        </p:nvCxnSpPr>
        <p:spPr>
          <a:xfrm>
            <a:off x="8682343" y="1438538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直線コネクタ 298">
            <a:extLst>
              <a:ext uri="{FF2B5EF4-FFF2-40B4-BE49-F238E27FC236}">
                <a16:creationId xmlns:a16="http://schemas.microsoft.com/office/drawing/2014/main" id="{3E1DB124-BD0B-ACF7-6CB9-B6D1680DA7E2}"/>
              </a:ext>
            </a:extLst>
          </p:cNvPr>
          <p:cNvCxnSpPr>
            <a:cxnSpLocks/>
          </p:cNvCxnSpPr>
          <p:nvPr/>
        </p:nvCxnSpPr>
        <p:spPr>
          <a:xfrm>
            <a:off x="8769973" y="1402343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直線コネクタ 299">
            <a:extLst>
              <a:ext uri="{FF2B5EF4-FFF2-40B4-BE49-F238E27FC236}">
                <a16:creationId xmlns:a16="http://schemas.microsoft.com/office/drawing/2014/main" id="{4F4B3369-4462-DB25-CB42-A228E863288F}"/>
              </a:ext>
            </a:extLst>
          </p:cNvPr>
          <p:cNvCxnSpPr>
            <a:cxnSpLocks/>
          </p:cNvCxnSpPr>
          <p:nvPr/>
        </p:nvCxnSpPr>
        <p:spPr>
          <a:xfrm>
            <a:off x="8861413" y="1358807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直線コネクタ 300">
            <a:extLst>
              <a:ext uri="{FF2B5EF4-FFF2-40B4-BE49-F238E27FC236}">
                <a16:creationId xmlns:a16="http://schemas.microsoft.com/office/drawing/2014/main" id="{D6FF455F-3C9A-1A1A-05B4-66BBD181961C}"/>
              </a:ext>
            </a:extLst>
          </p:cNvPr>
          <p:cNvCxnSpPr>
            <a:cxnSpLocks/>
          </p:cNvCxnSpPr>
          <p:nvPr/>
        </p:nvCxnSpPr>
        <p:spPr>
          <a:xfrm>
            <a:off x="8954758" y="1328123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直線コネクタ 301">
            <a:extLst>
              <a:ext uri="{FF2B5EF4-FFF2-40B4-BE49-F238E27FC236}">
                <a16:creationId xmlns:a16="http://schemas.microsoft.com/office/drawing/2014/main" id="{77F47141-7FAB-3248-70B1-78A64FABCE27}"/>
              </a:ext>
            </a:extLst>
          </p:cNvPr>
          <p:cNvCxnSpPr>
            <a:cxnSpLocks/>
          </p:cNvCxnSpPr>
          <p:nvPr/>
        </p:nvCxnSpPr>
        <p:spPr>
          <a:xfrm>
            <a:off x="9043670" y="1300846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直線コネクタ 302">
            <a:extLst>
              <a:ext uri="{FF2B5EF4-FFF2-40B4-BE49-F238E27FC236}">
                <a16:creationId xmlns:a16="http://schemas.microsoft.com/office/drawing/2014/main" id="{EE89E986-61FE-1352-426B-D6A50BD41032}"/>
              </a:ext>
            </a:extLst>
          </p:cNvPr>
          <p:cNvCxnSpPr>
            <a:cxnSpLocks/>
          </p:cNvCxnSpPr>
          <p:nvPr/>
        </p:nvCxnSpPr>
        <p:spPr>
          <a:xfrm>
            <a:off x="8954758" y="1438538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直線コネクタ 303">
            <a:extLst>
              <a:ext uri="{FF2B5EF4-FFF2-40B4-BE49-F238E27FC236}">
                <a16:creationId xmlns:a16="http://schemas.microsoft.com/office/drawing/2014/main" id="{333C3F07-3C40-1697-A46E-9E3E9307AA7A}"/>
              </a:ext>
            </a:extLst>
          </p:cNvPr>
          <p:cNvCxnSpPr>
            <a:cxnSpLocks/>
          </p:cNvCxnSpPr>
          <p:nvPr/>
        </p:nvCxnSpPr>
        <p:spPr>
          <a:xfrm>
            <a:off x="9135110" y="1438538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直線コネクタ 304">
            <a:extLst>
              <a:ext uri="{FF2B5EF4-FFF2-40B4-BE49-F238E27FC236}">
                <a16:creationId xmlns:a16="http://schemas.microsoft.com/office/drawing/2014/main" id="{295051FC-D5B8-9AE5-7115-E6796A3697EE}"/>
              </a:ext>
            </a:extLst>
          </p:cNvPr>
          <p:cNvCxnSpPr>
            <a:cxnSpLocks/>
          </p:cNvCxnSpPr>
          <p:nvPr/>
        </p:nvCxnSpPr>
        <p:spPr>
          <a:xfrm>
            <a:off x="9043670" y="1383330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直線コネクタ 305">
            <a:extLst>
              <a:ext uri="{FF2B5EF4-FFF2-40B4-BE49-F238E27FC236}">
                <a16:creationId xmlns:a16="http://schemas.microsoft.com/office/drawing/2014/main" id="{FA571DFD-BE97-3E45-666B-CECC624FB872}"/>
              </a:ext>
            </a:extLst>
          </p:cNvPr>
          <p:cNvCxnSpPr>
            <a:cxnSpLocks/>
          </p:cNvCxnSpPr>
          <p:nvPr/>
        </p:nvCxnSpPr>
        <p:spPr>
          <a:xfrm>
            <a:off x="9226550" y="1263665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直線コネクタ 306">
            <a:extLst>
              <a:ext uri="{FF2B5EF4-FFF2-40B4-BE49-F238E27FC236}">
                <a16:creationId xmlns:a16="http://schemas.microsoft.com/office/drawing/2014/main" id="{98B01EE0-038F-C2CD-B6BC-4190762C1CA1}"/>
              </a:ext>
            </a:extLst>
          </p:cNvPr>
          <p:cNvCxnSpPr>
            <a:cxnSpLocks/>
          </p:cNvCxnSpPr>
          <p:nvPr/>
        </p:nvCxnSpPr>
        <p:spPr>
          <a:xfrm>
            <a:off x="9135110" y="1350318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直線コネクタ 307">
            <a:extLst>
              <a:ext uri="{FF2B5EF4-FFF2-40B4-BE49-F238E27FC236}">
                <a16:creationId xmlns:a16="http://schemas.microsoft.com/office/drawing/2014/main" id="{B05AA46E-2020-8CF0-C90F-8F3AD3F66323}"/>
              </a:ext>
            </a:extLst>
          </p:cNvPr>
          <p:cNvCxnSpPr>
            <a:cxnSpLocks/>
          </p:cNvCxnSpPr>
          <p:nvPr/>
        </p:nvCxnSpPr>
        <p:spPr>
          <a:xfrm>
            <a:off x="8682343" y="1275374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直線コネクタ 308">
            <a:extLst>
              <a:ext uri="{FF2B5EF4-FFF2-40B4-BE49-F238E27FC236}">
                <a16:creationId xmlns:a16="http://schemas.microsoft.com/office/drawing/2014/main" id="{12E3E386-9023-462F-B818-A31C46EEF395}"/>
              </a:ext>
            </a:extLst>
          </p:cNvPr>
          <p:cNvCxnSpPr>
            <a:cxnSpLocks/>
          </p:cNvCxnSpPr>
          <p:nvPr/>
        </p:nvCxnSpPr>
        <p:spPr>
          <a:xfrm>
            <a:off x="9317173" y="1358807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直線コネクタ 309">
            <a:extLst>
              <a:ext uri="{FF2B5EF4-FFF2-40B4-BE49-F238E27FC236}">
                <a16:creationId xmlns:a16="http://schemas.microsoft.com/office/drawing/2014/main" id="{BB3EA82A-279B-6937-6F27-0C2EA2B84DAB}"/>
              </a:ext>
            </a:extLst>
          </p:cNvPr>
          <p:cNvCxnSpPr>
            <a:cxnSpLocks/>
          </p:cNvCxnSpPr>
          <p:nvPr/>
        </p:nvCxnSpPr>
        <p:spPr>
          <a:xfrm>
            <a:off x="9414951" y="1438538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直線コネクタ 310">
            <a:extLst>
              <a:ext uri="{FF2B5EF4-FFF2-40B4-BE49-F238E27FC236}">
                <a16:creationId xmlns:a16="http://schemas.microsoft.com/office/drawing/2014/main" id="{EA5309E8-E93D-9D7B-B2BC-45D9BD86FD22}"/>
              </a:ext>
            </a:extLst>
          </p:cNvPr>
          <p:cNvCxnSpPr>
            <a:cxnSpLocks/>
          </p:cNvCxnSpPr>
          <p:nvPr/>
        </p:nvCxnSpPr>
        <p:spPr>
          <a:xfrm>
            <a:off x="9226550" y="1387972"/>
            <a:ext cx="9144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直線コネクタ 311">
            <a:extLst>
              <a:ext uri="{FF2B5EF4-FFF2-40B4-BE49-F238E27FC236}">
                <a16:creationId xmlns:a16="http://schemas.microsoft.com/office/drawing/2014/main" id="{7D401CEB-2098-E158-3896-462B96DA4B06}"/>
              </a:ext>
            </a:extLst>
          </p:cNvPr>
          <p:cNvCxnSpPr>
            <a:cxnSpLocks/>
          </p:cNvCxnSpPr>
          <p:nvPr/>
        </p:nvCxnSpPr>
        <p:spPr>
          <a:xfrm>
            <a:off x="8636193" y="1123719"/>
            <a:ext cx="0" cy="4764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直線コネクタ 314">
            <a:extLst>
              <a:ext uri="{FF2B5EF4-FFF2-40B4-BE49-F238E27FC236}">
                <a16:creationId xmlns:a16="http://schemas.microsoft.com/office/drawing/2014/main" id="{87103979-B3B9-C4D2-2B26-7E2F4722302C}"/>
              </a:ext>
            </a:extLst>
          </p:cNvPr>
          <p:cNvCxnSpPr>
            <a:cxnSpLocks/>
          </p:cNvCxnSpPr>
          <p:nvPr/>
        </p:nvCxnSpPr>
        <p:spPr>
          <a:xfrm>
            <a:off x="9584883" y="1123719"/>
            <a:ext cx="0" cy="4764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直線コネクタ 315">
            <a:extLst>
              <a:ext uri="{FF2B5EF4-FFF2-40B4-BE49-F238E27FC236}">
                <a16:creationId xmlns:a16="http://schemas.microsoft.com/office/drawing/2014/main" id="{B70D4507-A9A7-0550-8CC5-57BCFCBFC4E1}"/>
              </a:ext>
            </a:extLst>
          </p:cNvPr>
          <p:cNvCxnSpPr>
            <a:cxnSpLocks/>
          </p:cNvCxnSpPr>
          <p:nvPr/>
        </p:nvCxnSpPr>
        <p:spPr>
          <a:xfrm>
            <a:off x="10091613" y="1123719"/>
            <a:ext cx="0" cy="4764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直線コネクタ 317">
            <a:extLst>
              <a:ext uri="{FF2B5EF4-FFF2-40B4-BE49-F238E27FC236}">
                <a16:creationId xmlns:a16="http://schemas.microsoft.com/office/drawing/2014/main" id="{1FB9F49D-74F7-27C3-E064-2E206A50972D}"/>
              </a:ext>
            </a:extLst>
          </p:cNvPr>
          <p:cNvCxnSpPr>
            <a:cxnSpLocks/>
          </p:cNvCxnSpPr>
          <p:nvPr/>
        </p:nvCxnSpPr>
        <p:spPr>
          <a:xfrm>
            <a:off x="10156813" y="1230032"/>
            <a:ext cx="39177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0" name="直線コネクタ 319">
            <a:extLst>
              <a:ext uri="{FF2B5EF4-FFF2-40B4-BE49-F238E27FC236}">
                <a16:creationId xmlns:a16="http://schemas.microsoft.com/office/drawing/2014/main" id="{7851D028-760E-6D1A-251F-1F43FD959DA0}"/>
              </a:ext>
            </a:extLst>
          </p:cNvPr>
          <p:cNvCxnSpPr>
            <a:cxnSpLocks/>
          </p:cNvCxnSpPr>
          <p:nvPr/>
        </p:nvCxnSpPr>
        <p:spPr>
          <a:xfrm>
            <a:off x="10156813" y="1335151"/>
            <a:ext cx="39177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直線コネクタ 320">
            <a:extLst>
              <a:ext uri="{FF2B5EF4-FFF2-40B4-BE49-F238E27FC236}">
                <a16:creationId xmlns:a16="http://schemas.microsoft.com/office/drawing/2014/main" id="{512E0A72-0886-2168-9B60-54C2A6F73398}"/>
              </a:ext>
            </a:extLst>
          </p:cNvPr>
          <p:cNvCxnSpPr>
            <a:cxnSpLocks/>
          </p:cNvCxnSpPr>
          <p:nvPr/>
        </p:nvCxnSpPr>
        <p:spPr>
          <a:xfrm>
            <a:off x="10160623" y="1431962"/>
            <a:ext cx="39177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直線コネクタ 321">
            <a:extLst>
              <a:ext uri="{FF2B5EF4-FFF2-40B4-BE49-F238E27FC236}">
                <a16:creationId xmlns:a16="http://schemas.microsoft.com/office/drawing/2014/main" id="{DC422D5A-A1F1-555A-ABB0-6C21CFD57236}"/>
              </a:ext>
            </a:extLst>
          </p:cNvPr>
          <p:cNvCxnSpPr>
            <a:cxnSpLocks/>
          </p:cNvCxnSpPr>
          <p:nvPr/>
        </p:nvCxnSpPr>
        <p:spPr>
          <a:xfrm>
            <a:off x="10549243" y="1540891"/>
            <a:ext cx="39177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直線コネクタ 322">
            <a:extLst>
              <a:ext uri="{FF2B5EF4-FFF2-40B4-BE49-F238E27FC236}">
                <a16:creationId xmlns:a16="http://schemas.microsoft.com/office/drawing/2014/main" id="{96EC33BB-87C8-CB45-1CC6-D5FDAD2D7B89}"/>
              </a:ext>
            </a:extLst>
          </p:cNvPr>
          <p:cNvCxnSpPr>
            <a:cxnSpLocks/>
          </p:cNvCxnSpPr>
          <p:nvPr/>
        </p:nvCxnSpPr>
        <p:spPr>
          <a:xfrm>
            <a:off x="10546957" y="1383919"/>
            <a:ext cx="39177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直線コネクタ 323">
            <a:extLst>
              <a:ext uri="{FF2B5EF4-FFF2-40B4-BE49-F238E27FC236}">
                <a16:creationId xmlns:a16="http://schemas.microsoft.com/office/drawing/2014/main" id="{F72D2A13-636E-0168-8487-BCF4D9A1E3F2}"/>
              </a:ext>
            </a:extLst>
          </p:cNvPr>
          <p:cNvCxnSpPr>
            <a:cxnSpLocks/>
          </p:cNvCxnSpPr>
          <p:nvPr/>
        </p:nvCxnSpPr>
        <p:spPr>
          <a:xfrm>
            <a:off x="10549243" y="1281811"/>
            <a:ext cx="39177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直線コネクタ 324">
            <a:extLst>
              <a:ext uri="{FF2B5EF4-FFF2-40B4-BE49-F238E27FC236}">
                <a16:creationId xmlns:a16="http://schemas.microsoft.com/office/drawing/2014/main" id="{D8183053-54FC-966F-B898-0B8B368DEC94}"/>
              </a:ext>
            </a:extLst>
          </p:cNvPr>
          <p:cNvCxnSpPr>
            <a:cxnSpLocks/>
          </p:cNvCxnSpPr>
          <p:nvPr/>
        </p:nvCxnSpPr>
        <p:spPr>
          <a:xfrm>
            <a:off x="10934053" y="1182153"/>
            <a:ext cx="17841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直線コネクタ 326">
            <a:extLst>
              <a:ext uri="{FF2B5EF4-FFF2-40B4-BE49-F238E27FC236}">
                <a16:creationId xmlns:a16="http://schemas.microsoft.com/office/drawing/2014/main" id="{960E9281-FE00-F9D0-3232-1F4AB1F15037}"/>
              </a:ext>
            </a:extLst>
          </p:cNvPr>
          <p:cNvCxnSpPr>
            <a:cxnSpLocks/>
          </p:cNvCxnSpPr>
          <p:nvPr/>
        </p:nvCxnSpPr>
        <p:spPr>
          <a:xfrm>
            <a:off x="10937205" y="1335151"/>
            <a:ext cx="1828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8" name="直線コネクタ 327">
            <a:extLst>
              <a:ext uri="{FF2B5EF4-FFF2-40B4-BE49-F238E27FC236}">
                <a16:creationId xmlns:a16="http://schemas.microsoft.com/office/drawing/2014/main" id="{9A1E4047-C392-1149-E0F5-910B3E846F79}"/>
              </a:ext>
            </a:extLst>
          </p:cNvPr>
          <p:cNvCxnSpPr>
            <a:cxnSpLocks/>
          </p:cNvCxnSpPr>
          <p:nvPr/>
        </p:nvCxnSpPr>
        <p:spPr>
          <a:xfrm>
            <a:off x="10937863" y="1487551"/>
            <a:ext cx="17841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直線コネクタ 329">
            <a:extLst>
              <a:ext uri="{FF2B5EF4-FFF2-40B4-BE49-F238E27FC236}">
                <a16:creationId xmlns:a16="http://schemas.microsoft.com/office/drawing/2014/main" id="{695709A1-F15D-089C-4DD5-6BF087A30797}"/>
              </a:ext>
            </a:extLst>
          </p:cNvPr>
          <p:cNvCxnSpPr>
            <a:cxnSpLocks/>
          </p:cNvCxnSpPr>
          <p:nvPr/>
        </p:nvCxnSpPr>
        <p:spPr>
          <a:xfrm>
            <a:off x="10937205" y="1420495"/>
            <a:ext cx="1828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32" name="グラフィックス 331" descr="音声 単色塗りつぶし">
            <a:extLst>
              <a:ext uri="{FF2B5EF4-FFF2-40B4-BE49-F238E27FC236}">
                <a16:creationId xmlns:a16="http://schemas.microsoft.com/office/drawing/2014/main" id="{5F669B64-E7AD-EA9E-F873-44F356EBE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680417" y="1489768"/>
            <a:ext cx="389271" cy="724690"/>
          </a:xfrm>
          <a:prstGeom prst="rect">
            <a:avLst/>
          </a:prstGeom>
        </p:spPr>
      </p:pic>
      <p:pic>
        <p:nvPicPr>
          <p:cNvPr id="333" name="グラフィックス 332" descr="音声 単色塗りつぶし">
            <a:extLst>
              <a:ext uri="{FF2B5EF4-FFF2-40B4-BE49-F238E27FC236}">
                <a16:creationId xmlns:a16="http://schemas.microsoft.com/office/drawing/2014/main" id="{7C6F3022-2855-A272-59AC-421C95A0A6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099390" y="1661020"/>
            <a:ext cx="389271" cy="389271"/>
          </a:xfrm>
          <a:prstGeom prst="rect">
            <a:avLst/>
          </a:prstGeom>
        </p:spPr>
      </p:pic>
      <p:cxnSp>
        <p:nvCxnSpPr>
          <p:cNvPr id="339" name="直線コネクタ 338">
            <a:extLst>
              <a:ext uri="{FF2B5EF4-FFF2-40B4-BE49-F238E27FC236}">
                <a16:creationId xmlns:a16="http://schemas.microsoft.com/office/drawing/2014/main" id="{AE137BA0-5BED-C84B-17CB-12F22C326F53}"/>
              </a:ext>
            </a:extLst>
          </p:cNvPr>
          <p:cNvCxnSpPr>
            <a:cxnSpLocks/>
          </p:cNvCxnSpPr>
          <p:nvPr/>
        </p:nvCxnSpPr>
        <p:spPr>
          <a:xfrm>
            <a:off x="8572473" y="1605410"/>
            <a:ext cx="0" cy="4764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0" name="グラフィックス 339" descr="音声 単色塗りつぶし">
            <a:extLst>
              <a:ext uri="{FF2B5EF4-FFF2-40B4-BE49-F238E27FC236}">
                <a16:creationId xmlns:a16="http://schemas.microsoft.com/office/drawing/2014/main" id="{1846B0E4-4B50-62DA-141E-60E738A7A3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92526" y="1758859"/>
            <a:ext cx="389271" cy="194635"/>
          </a:xfrm>
          <a:prstGeom prst="rect">
            <a:avLst/>
          </a:prstGeom>
        </p:spPr>
      </p:pic>
      <p:cxnSp>
        <p:nvCxnSpPr>
          <p:cNvPr id="341" name="直線コネクタ 340">
            <a:extLst>
              <a:ext uri="{FF2B5EF4-FFF2-40B4-BE49-F238E27FC236}">
                <a16:creationId xmlns:a16="http://schemas.microsoft.com/office/drawing/2014/main" id="{B3200384-1DB2-D2D2-C119-51864EF366B2}"/>
              </a:ext>
            </a:extLst>
          </p:cNvPr>
          <p:cNvCxnSpPr>
            <a:cxnSpLocks/>
          </p:cNvCxnSpPr>
          <p:nvPr/>
        </p:nvCxnSpPr>
        <p:spPr>
          <a:xfrm>
            <a:off x="9959313" y="1596761"/>
            <a:ext cx="0" cy="4961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3" name="直線コネクタ 342">
            <a:extLst>
              <a:ext uri="{FF2B5EF4-FFF2-40B4-BE49-F238E27FC236}">
                <a16:creationId xmlns:a16="http://schemas.microsoft.com/office/drawing/2014/main" id="{89797D7D-22A8-04CA-F710-680321E2D017}"/>
              </a:ext>
            </a:extLst>
          </p:cNvPr>
          <p:cNvCxnSpPr>
            <a:cxnSpLocks/>
          </p:cNvCxnSpPr>
          <p:nvPr/>
        </p:nvCxnSpPr>
        <p:spPr>
          <a:xfrm>
            <a:off x="10365713" y="1596761"/>
            <a:ext cx="0" cy="4892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4" name="グラフィックス 343" descr="音声 単色塗りつぶし">
            <a:extLst>
              <a:ext uri="{FF2B5EF4-FFF2-40B4-BE49-F238E27FC236}">
                <a16:creationId xmlns:a16="http://schemas.microsoft.com/office/drawing/2014/main" id="{3DC61383-A37E-5121-AFB9-EF91C278A4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10458853" y="1571955"/>
            <a:ext cx="396278" cy="551010"/>
          </a:xfrm>
          <a:prstGeom prst="rect">
            <a:avLst/>
          </a:prstGeom>
        </p:spPr>
      </p:pic>
      <p:cxnSp>
        <p:nvCxnSpPr>
          <p:cNvPr id="346" name="直線コネクタ 345">
            <a:extLst>
              <a:ext uri="{FF2B5EF4-FFF2-40B4-BE49-F238E27FC236}">
                <a16:creationId xmlns:a16="http://schemas.microsoft.com/office/drawing/2014/main" id="{B9D0707B-253B-A262-ED50-75AED68C59CC}"/>
              </a:ext>
            </a:extLst>
          </p:cNvPr>
          <p:cNvCxnSpPr>
            <a:cxnSpLocks/>
          </p:cNvCxnSpPr>
          <p:nvPr/>
        </p:nvCxnSpPr>
        <p:spPr>
          <a:xfrm>
            <a:off x="10899113" y="1605191"/>
            <a:ext cx="0" cy="48078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0" name="テキスト ボックス 349">
            <a:extLst>
              <a:ext uri="{FF2B5EF4-FFF2-40B4-BE49-F238E27FC236}">
                <a16:creationId xmlns:a16="http://schemas.microsoft.com/office/drawing/2014/main" id="{E6E6E9FB-3A76-82B4-F0DA-7FB7923C167F}"/>
              </a:ext>
            </a:extLst>
          </p:cNvPr>
          <p:cNvSpPr txBox="1"/>
          <p:nvPr/>
        </p:nvSpPr>
        <p:spPr>
          <a:xfrm>
            <a:off x="9132176" y="628784"/>
            <a:ext cx="23107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DAW</a:t>
            </a:r>
            <a:r>
              <a:rPr kumimoji="1" lang="ja-JP" altLang="en-US" sz="1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の画面として表示</a:t>
            </a:r>
          </a:p>
        </p:txBody>
      </p:sp>
      <p:cxnSp>
        <p:nvCxnSpPr>
          <p:cNvPr id="351" name="直線コネクタ 350">
            <a:extLst>
              <a:ext uri="{FF2B5EF4-FFF2-40B4-BE49-F238E27FC236}">
                <a16:creationId xmlns:a16="http://schemas.microsoft.com/office/drawing/2014/main" id="{7D9511B1-85E4-63CF-1993-BEE49CDEE5B8}"/>
              </a:ext>
            </a:extLst>
          </p:cNvPr>
          <p:cNvCxnSpPr>
            <a:cxnSpLocks/>
          </p:cNvCxnSpPr>
          <p:nvPr/>
        </p:nvCxnSpPr>
        <p:spPr>
          <a:xfrm>
            <a:off x="8592793" y="986820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4" name="直線コネクタ 353">
            <a:extLst>
              <a:ext uri="{FF2B5EF4-FFF2-40B4-BE49-F238E27FC236}">
                <a16:creationId xmlns:a16="http://schemas.microsoft.com/office/drawing/2014/main" id="{E0BFFC70-2796-18EC-7A03-862EBEB29977}"/>
              </a:ext>
            </a:extLst>
          </p:cNvPr>
          <p:cNvCxnSpPr>
            <a:cxnSpLocks/>
          </p:cNvCxnSpPr>
          <p:nvPr/>
        </p:nvCxnSpPr>
        <p:spPr>
          <a:xfrm>
            <a:off x="8766783" y="986820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6" name="直線コネクタ 355">
            <a:extLst>
              <a:ext uri="{FF2B5EF4-FFF2-40B4-BE49-F238E27FC236}">
                <a16:creationId xmlns:a16="http://schemas.microsoft.com/office/drawing/2014/main" id="{6F07BE3A-50CE-7925-5C30-FBBDA3866348}"/>
              </a:ext>
            </a:extLst>
          </p:cNvPr>
          <p:cNvCxnSpPr>
            <a:cxnSpLocks/>
          </p:cNvCxnSpPr>
          <p:nvPr/>
        </p:nvCxnSpPr>
        <p:spPr>
          <a:xfrm>
            <a:off x="8934443" y="996056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直線コネクタ 356">
            <a:extLst>
              <a:ext uri="{FF2B5EF4-FFF2-40B4-BE49-F238E27FC236}">
                <a16:creationId xmlns:a16="http://schemas.microsoft.com/office/drawing/2014/main" id="{32F4EA0F-1A0A-17AD-40F3-194F3E4547DF}"/>
              </a:ext>
            </a:extLst>
          </p:cNvPr>
          <p:cNvCxnSpPr>
            <a:cxnSpLocks/>
          </p:cNvCxnSpPr>
          <p:nvPr/>
        </p:nvCxnSpPr>
        <p:spPr>
          <a:xfrm>
            <a:off x="9099543" y="990630"/>
            <a:ext cx="0" cy="1241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5" name="直線コネクタ 364">
            <a:extLst>
              <a:ext uri="{FF2B5EF4-FFF2-40B4-BE49-F238E27FC236}">
                <a16:creationId xmlns:a16="http://schemas.microsoft.com/office/drawing/2014/main" id="{ACA6F975-AA1A-58D1-8D5E-462B37537E8B}"/>
              </a:ext>
            </a:extLst>
          </p:cNvPr>
          <p:cNvCxnSpPr>
            <a:cxnSpLocks/>
          </p:cNvCxnSpPr>
          <p:nvPr/>
        </p:nvCxnSpPr>
        <p:spPr>
          <a:xfrm>
            <a:off x="9263353" y="986820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直線コネクタ 365">
            <a:extLst>
              <a:ext uri="{FF2B5EF4-FFF2-40B4-BE49-F238E27FC236}">
                <a16:creationId xmlns:a16="http://schemas.microsoft.com/office/drawing/2014/main" id="{3A2E25F2-7CAB-11A9-D4D2-B9A3D05A53BB}"/>
              </a:ext>
            </a:extLst>
          </p:cNvPr>
          <p:cNvCxnSpPr>
            <a:cxnSpLocks/>
          </p:cNvCxnSpPr>
          <p:nvPr/>
        </p:nvCxnSpPr>
        <p:spPr>
          <a:xfrm>
            <a:off x="9437343" y="986820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7" name="直線コネクタ 366">
            <a:extLst>
              <a:ext uri="{FF2B5EF4-FFF2-40B4-BE49-F238E27FC236}">
                <a16:creationId xmlns:a16="http://schemas.microsoft.com/office/drawing/2014/main" id="{E568BF68-2223-C550-D257-F7E1189609CD}"/>
              </a:ext>
            </a:extLst>
          </p:cNvPr>
          <p:cNvCxnSpPr>
            <a:cxnSpLocks/>
          </p:cNvCxnSpPr>
          <p:nvPr/>
        </p:nvCxnSpPr>
        <p:spPr>
          <a:xfrm>
            <a:off x="9605003" y="996056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8" name="直線コネクタ 367">
            <a:extLst>
              <a:ext uri="{FF2B5EF4-FFF2-40B4-BE49-F238E27FC236}">
                <a16:creationId xmlns:a16="http://schemas.microsoft.com/office/drawing/2014/main" id="{1B44E3F8-01BB-69A2-3997-6936AD24E33B}"/>
              </a:ext>
            </a:extLst>
          </p:cNvPr>
          <p:cNvCxnSpPr>
            <a:cxnSpLocks/>
          </p:cNvCxnSpPr>
          <p:nvPr/>
        </p:nvCxnSpPr>
        <p:spPr>
          <a:xfrm>
            <a:off x="9770103" y="990630"/>
            <a:ext cx="0" cy="1241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9" name="直線コネクタ 368">
            <a:extLst>
              <a:ext uri="{FF2B5EF4-FFF2-40B4-BE49-F238E27FC236}">
                <a16:creationId xmlns:a16="http://schemas.microsoft.com/office/drawing/2014/main" id="{8E1F1722-7381-5E44-0358-74E53C53CE98}"/>
              </a:ext>
            </a:extLst>
          </p:cNvPr>
          <p:cNvCxnSpPr>
            <a:cxnSpLocks/>
          </p:cNvCxnSpPr>
          <p:nvPr/>
        </p:nvCxnSpPr>
        <p:spPr>
          <a:xfrm>
            <a:off x="9931373" y="986820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0" name="直線コネクタ 369">
            <a:extLst>
              <a:ext uri="{FF2B5EF4-FFF2-40B4-BE49-F238E27FC236}">
                <a16:creationId xmlns:a16="http://schemas.microsoft.com/office/drawing/2014/main" id="{20381CA7-FB81-74E0-F5DA-1991FCB957EB}"/>
              </a:ext>
            </a:extLst>
          </p:cNvPr>
          <p:cNvCxnSpPr>
            <a:cxnSpLocks/>
          </p:cNvCxnSpPr>
          <p:nvPr/>
        </p:nvCxnSpPr>
        <p:spPr>
          <a:xfrm>
            <a:off x="10105363" y="986820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1" name="直線コネクタ 370">
            <a:extLst>
              <a:ext uri="{FF2B5EF4-FFF2-40B4-BE49-F238E27FC236}">
                <a16:creationId xmlns:a16="http://schemas.microsoft.com/office/drawing/2014/main" id="{1A696017-D163-5E70-49EE-66B2C1C4DEFE}"/>
              </a:ext>
            </a:extLst>
          </p:cNvPr>
          <p:cNvCxnSpPr>
            <a:cxnSpLocks/>
          </p:cNvCxnSpPr>
          <p:nvPr/>
        </p:nvCxnSpPr>
        <p:spPr>
          <a:xfrm>
            <a:off x="10273023" y="996056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直線コネクタ 371">
            <a:extLst>
              <a:ext uri="{FF2B5EF4-FFF2-40B4-BE49-F238E27FC236}">
                <a16:creationId xmlns:a16="http://schemas.microsoft.com/office/drawing/2014/main" id="{6A13D1D5-52D8-852D-5B3C-3B71C8451ED9}"/>
              </a:ext>
            </a:extLst>
          </p:cNvPr>
          <p:cNvCxnSpPr>
            <a:cxnSpLocks/>
          </p:cNvCxnSpPr>
          <p:nvPr/>
        </p:nvCxnSpPr>
        <p:spPr>
          <a:xfrm>
            <a:off x="10438123" y="990630"/>
            <a:ext cx="0" cy="1241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3" name="直線コネクタ 372">
            <a:extLst>
              <a:ext uri="{FF2B5EF4-FFF2-40B4-BE49-F238E27FC236}">
                <a16:creationId xmlns:a16="http://schemas.microsoft.com/office/drawing/2014/main" id="{BD167710-3FE1-473D-5086-2E97E4F4E620}"/>
              </a:ext>
            </a:extLst>
          </p:cNvPr>
          <p:cNvCxnSpPr>
            <a:cxnSpLocks/>
          </p:cNvCxnSpPr>
          <p:nvPr/>
        </p:nvCxnSpPr>
        <p:spPr>
          <a:xfrm>
            <a:off x="10589233" y="986820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4" name="直線コネクタ 373">
            <a:extLst>
              <a:ext uri="{FF2B5EF4-FFF2-40B4-BE49-F238E27FC236}">
                <a16:creationId xmlns:a16="http://schemas.microsoft.com/office/drawing/2014/main" id="{9938A334-21A8-00E0-A30E-07D9AFA0AD84}"/>
              </a:ext>
            </a:extLst>
          </p:cNvPr>
          <p:cNvCxnSpPr>
            <a:cxnSpLocks/>
          </p:cNvCxnSpPr>
          <p:nvPr/>
        </p:nvCxnSpPr>
        <p:spPr>
          <a:xfrm>
            <a:off x="10763223" y="986820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直線コネクタ 374">
            <a:extLst>
              <a:ext uri="{FF2B5EF4-FFF2-40B4-BE49-F238E27FC236}">
                <a16:creationId xmlns:a16="http://schemas.microsoft.com/office/drawing/2014/main" id="{8B3D6396-FC58-D94C-9E16-3E3FC8CD3BA3}"/>
              </a:ext>
            </a:extLst>
          </p:cNvPr>
          <p:cNvCxnSpPr>
            <a:cxnSpLocks/>
          </p:cNvCxnSpPr>
          <p:nvPr/>
        </p:nvCxnSpPr>
        <p:spPr>
          <a:xfrm>
            <a:off x="10930883" y="996056"/>
            <a:ext cx="0" cy="11271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8" name="直線矢印コネクタ 377">
            <a:extLst>
              <a:ext uri="{FF2B5EF4-FFF2-40B4-BE49-F238E27FC236}">
                <a16:creationId xmlns:a16="http://schemas.microsoft.com/office/drawing/2014/main" id="{D9C4BE36-B870-29E7-ED47-EB8F24EA3D43}"/>
              </a:ext>
            </a:extLst>
          </p:cNvPr>
          <p:cNvCxnSpPr>
            <a:cxnSpLocks/>
          </p:cNvCxnSpPr>
          <p:nvPr/>
        </p:nvCxnSpPr>
        <p:spPr>
          <a:xfrm>
            <a:off x="9678638" y="971560"/>
            <a:ext cx="0" cy="1586143"/>
          </a:xfrm>
          <a:prstGeom prst="straightConnector1">
            <a:avLst/>
          </a:prstGeom>
          <a:ln w="254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1" name="正方形/長方形 380">
            <a:extLst>
              <a:ext uri="{FF2B5EF4-FFF2-40B4-BE49-F238E27FC236}">
                <a16:creationId xmlns:a16="http://schemas.microsoft.com/office/drawing/2014/main" id="{B3DE34E4-9C45-DD01-0CA2-2732A33BAD66}"/>
              </a:ext>
            </a:extLst>
          </p:cNvPr>
          <p:cNvSpPr/>
          <p:nvPr/>
        </p:nvSpPr>
        <p:spPr>
          <a:xfrm>
            <a:off x="9634186" y="990842"/>
            <a:ext cx="88370" cy="5658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2" name="二等辺三角形 381">
            <a:extLst>
              <a:ext uri="{FF2B5EF4-FFF2-40B4-BE49-F238E27FC236}">
                <a16:creationId xmlns:a16="http://schemas.microsoft.com/office/drawing/2014/main" id="{6793B4B0-E7EE-C2C6-9C89-35CC0A1028D6}"/>
              </a:ext>
            </a:extLst>
          </p:cNvPr>
          <p:cNvSpPr/>
          <p:nvPr/>
        </p:nvSpPr>
        <p:spPr>
          <a:xfrm rot="10800000">
            <a:off x="9635660" y="1047747"/>
            <a:ext cx="84250" cy="56985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3" name="テキスト ボックス 382">
            <a:extLst>
              <a:ext uri="{FF2B5EF4-FFF2-40B4-BE49-F238E27FC236}">
                <a16:creationId xmlns:a16="http://schemas.microsoft.com/office/drawing/2014/main" id="{8622A997-248F-23A9-5EEE-43210BCA4623}"/>
              </a:ext>
            </a:extLst>
          </p:cNvPr>
          <p:cNvSpPr txBox="1"/>
          <p:nvPr/>
        </p:nvSpPr>
        <p:spPr>
          <a:xfrm>
            <a:off x="7309008" y="2659962"/>
            <a:ext cx="10459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>
                <a:latin typeface="+mn-ea"/>
              </a:rPr>
              <a:t>マスター</a:t>
            </a:r>
            <a:endParaRPr kumimoji="1" lang="en-US" altLang="ja-JP" sz="1400" dirty="0">
              <a:latin typeface="+mn-ea"/>
            </a:endParaRPr>
          </a:p>
          <a:p>
            <a:pPr algn="ctr"/>
            <a:r>
              <a:rPr kumimoji="1" lang="ja-JP" altLang="en-US" sz="1400" dirty="0">
                <a:latin typeface="+mn-ea"/>
              </a:rPr>
              <a:t>トラック</a:t>
            </a:r>
          </a:p>
        </p:txBody>
      </p:sp>
      <p:cxnSp>
        <p:nvCxnSpPr>
          <p:cNvPr id="384" name="直線矢印コネクタ 383">
            <a:extLst>
              <a:ext uri="{FF2B5EF4-FFF2-40B4-BE49-F238E27FC236}">
                <a16:creationId xmlns:a16="http://schemas.microsoft.com/office/drawing/2014/main" id="{4758231A-CD60-C08C-30FE-3506D86257FA}"/>
              </a:ext>
            </a:extLst>
          </p:cNvPr>
          <p:cNvCxnSpPr>
            <a:cxnSpLocks/>
          </p:cNvCxnSpPr>
          <p:nvPr/>
        </p:nvCxnSpPr>
        <p:spPr>
          <a:xfrm>
            <a:off x="9219502" y="2591748"/>
            <a:ext cx="0" cy="654228"/>
          </a:xfrm>
          <a:prstGeom prst="straightConnector1">
            <a:avLst/>
          </a:prstGeom>
          <a:ln w="381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7" name="テキスト ボックス 386">
            <a:extLst>
              <a:ext uri="{FF2B5EF4-FFF2-40B4-BE49-F238E27FC236}">
                <a16:creationId xmlns:a16="http://schemas.microsoft.com/office/drawing/2014/main" id="{6860FEF1-32D5-7093-A28A-E500BC59ED9E}"/>
              </a:ext>
            </a:extLst>
          </p:cNvPr>
          <p:cNvSpPr txBox="1"/>
          <p:nvPr/>
        </p:nvSpPr>
        <p:spPr>
          <a:xfrm>
            <a:off x="8377704" y="2668535"/>
            <a:ext cx="9065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400" dirty="0">
                <a:latin typeface="+mn-ea"/>
              </a:rPr>
              <a:t>VST</a:t>
            </a:r>
            <a:r>
              <a:rPr kumimoji="1" lang="ja-JP" altLang="en-US" sz="1400" dirty="0">
                <a:latin typeface="+mn-ea"/>
              </a:rPr>
              <a:t>・</a:t>
            </a:r>
            <a:r>
              <a:rPr kumimoji="1" lang="en-US" altLang="ja-JP" sz="1400" dirty="0">
                <a:latin typeface="+mn-ea"/>
              </a:rPr>
              <a:t>WAMs</a:t>
            </a:r>
            <a:r>
              <a:rPr kumimoji="1" lang="ja-JP" altLang="en-US" sz="1400" dirty="0">
                <a:latin typeface="+mn-ea"/>
              </a:rPr>
              <a:t>等</a:t>
            </a:r>
          </a:p>
        </p:txBody>
      </p:sp>
      <p:sp>
        <p:nvSpPr>
          <p:cNvPr id="388" name="テキスト ボックス 387">
            <a:extLst>
              <a:ext uri="{FF2B5EF4-FFF2-40B4-BE49-F238E27FC236}">
                <a16:creationId xmlns:a16="http://schemas.microsoft.com/office/drawing/2014/main" id="{AFE84FC6-1122-F322-70B9-13932D28AA55}"/>
              </a:ext>
            </a:extLst>
          </p:cNvPr>
          <p:cNvSpPr txBox="1"/>
          <p:nvPr/>
        </p:nvSpPr>
        <p:spPr>
          <a:xfrm>
            <a:off x="9319989" y="2654416"/>
            <a:ext cx="1696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400" dirty="0">
                <a:latin typeface="+mn-ea"/>
              </a:rPr>
              <a:t>DAWIY</a:t>
            </a:r>
            <a:r>
              <a:rPr kumimoji="1" lang="ja-JP" altLang="en-US" sz="1400" dirty="0">
                <a:latin typeface="+mn-ea"/>
              </a:rPr>
              <a:t>プラグイン</a:t>
            </a:r>
            <a:endParaRPr kumimoji="1" lang="en-US" altLang="ja-JP" sz="1400" dirty="0">
              <a:latin typeface="+mn-ea"/>
            </a:endParaRPr>
          </a:p>
          <a:p>
            <a:pPr algn="ctr"/>
            <a:r>
              <a:rPr lang="ja-JP" altLang="en-US" sz="1400" dirty="0">
                <a:latin typeface="+mn-ea"/>
              </a:rPr>
              <a:t>描画ウィンドウ</a:t>
            </a:r>
            <a:endParaRPr kumimoji="1" lang="ja-JP" altLang="en-US" sz="1400" dirty="0">
              <a:latin typeface="+mn-ea"/>
            </a:endParaRPr>
          </a:p>
        </p:txBody>
      </p:sp>
      <p:sp>
        <p:nvSpPr>
          <p:cNvPr id="389" name="正方形/長方形 388">
            <a:extLst>
              <a:ext uri="{FF2B5EF4-FFF2-40B4-BE49-F238E27FC236}">
                <a16:creationId xmlns:a16="http://schemas.microsoft.com/office/drawing/2014/main" id="{4C2D1587-1D46-3D40-F383-DA08DFAFEE4E}"/>
              </a:ext>
            </a:extLst>
          </p:cNvPr>
          <p:cNvSpPr/>
          <p:nvPr/>
        </p:nvSpPr>
        <p:spPr>
          <a:xfrm>
            <a:off x="11177236" y="1062758"/>
            <a:ext cx="152399" cy="1628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0" name="正方形/長方形 389">
            <a:extLst>
              <a:ext uri="{FF2B5EF4-FFF2-40B4-BE49-F238E27FC236}">
                <a16:creationId xmlns:a16="http://schemas.microsoft.com/office/drawing/2014/main" id="{D5CED4C5-B6E0-D378-CE5A-9D31FD5E2908}"/>
              </a:ext>
            </a:extLst>
          </p:cNvPr>
          <p:cNvSpPr/>
          <p:nvPr/>
        </p:nvSpPr>
        <p:spPr>
          <a:xfrm>
            <a:off x="11177236" y="1287614"/>
            <a:ext cx="152399" cy="15827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1" name="正方形/長方形 390">
            <a:extLst>
              <a:ext uri="{FF2B5EF4-FFF2-40B4-BE49-F238E27FC236}">
                <a16:creationId xmlns:a16="http://schemas.microsoft.com/office/drawing/2014/main" id="{A8A381EE-5F83-A3B0-CF4B-604C4A74635C}"/>
              </a:ext>
            </a:extLst>
          </p:cNvPr>
          <p:cNvSpPr/>
          <p:nvPr/>
        </p:nvSpPr>
        <p:spPr>
          <a:xfrm>
            <a:off x="11177236" y="1516185"/>
            <a:ext cx="152399" cy="15259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2" name="テキスト ボックス 391">
            <a:extLst>
              <a:ext uri="{FF2B5EF4-FFF2-40B4-BE49-F238E27FC236}">
                <a16:creationId xmlns:a16="http://schemas.microsoft.com/office/drawing/2014/main" id="{E2114FA4-C262-953B-4202-9A0E2E1FB312}"/>
              </a:ext>
            </a:extLst>
          </p:cNvPr>
          <p:cNvSpPr txBox="1"/>
          <p:nvPr/>
        </p:nvSpPr>
        <p:spPr>
          <a:xfrm>
            <a:off x="11122624" y="1854849"/>
            <a:ext cx="25171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>
                <a:latin typeface="+mn-ea"/>
              </a:rPr>
              <a:t>サイドバ丨</a:t>
            </a:r>
          </a:p>
        </p:txBody>
      </p:sp>
      <p:sp>
        <p:nvSpPr>
          <p:cNvPr id="395" name="四角形: 角を丸くする 394">
            <a:extLst>
              <a:ext uri="{FF2B5EF4-FFF2-40B4-BE49-F238E27FC236}">
                <a16:creationId xmlns:a16="http://schemas.microsoft.com/office/drawing/2014/main" id="{573AA009-6C37-E024-B2D5-81421C2ECBDB}"/>
              </a:ext>
            </a:extLst>
          </p:cNvPr>
          <p:cNvSpPr/>
          <p:nvPr/>
        </p:nvSpPr>
        <p:spPr>
          <a:xfrm>
            <a:off x="3745776" y="4465699"/>
            <a:ext cx="2652186" cy="1748334"/>
          </a:xfrm>
          <a:prstGeom prst="roundRect">
            <a:avLst>
              <a:gd name="adj" fmla="val 13218"/>
            </a:avLst>
          </a:prstGeom>
          <a:solidFill>
            <a:schemeClr val="bg1"/>
          </a:solidFill>
          <a:ln w="57150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tx1"/>
              </a:solidFill>
            </a:endParaRPr>
          </a:p>
        </p:txBody>
      </p:sp>
      <p:sp>
        <p:nvSpPr>
          <p:cNvPr id="396" name="テキスト ボックス 395">
            <a:extLst>
              <a:ext uri="{FF2B5EF4-FFF2-40B4-BE49-F238E27FC236}">
                <a16:creationId xmlns:a16="http://schemas.microsoft.com/office/drawing/2014/main" id="{51F88CE4-CD85-5795-C3C6-72931BD4EA48}"/>
              </a:ext>
            </a:extLst>
          </p:cNvPr>
          <p:cNvSpPr txBox="1"/>
          <p:nvPr/>
        </p:nvSpPr>
        <p:spPr>
          <a:xfrm>
            <a:off x="3784321" y="4679035"/>
            <a:ext cx="2595531" cy="15015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0000"/>
              </a:lnSpc>
            </a:pPr>
            <a:r>
              <a:rPr kumimoji="1" lang="ja-JP" altLang="en-US" sz="1400" dirty="0"/>
              <a:t>・ファイルを読み込む</a:t>
            </a:r>
            <a:endParaRPr kumimoji="1" lang="en-US" altLang="ja-JP" sz="1400" dirty="0"/>
          </a:p>
          <a:p>
            <a:pPr>
              <a:lnSpc>
                <a:spcPct val="110000"/>
              </a:lnSpc>
            </a:pPr>
            <a:r>
              <a:rPr lang="ja-JP" altLang="en-US" sz="1400" dirty="0"/>
              <a:t>・ボタン等を</a:t>
            </a:r>
            <a:r>
              <a:rPr lang="en-US" altLang="ja-JP" sz="1400" dirty="0"/>
              <a:t>UI</a:t>
            </a:r>
            <a:r>
              <a:rPr lang="ja-JP" altLang="en-US" sz="1400" dirty="0"/>
              <a:t>に反映</a:t>
            </a:r>
            <a:endParaRPr kumimoji="1" lang="en-US" altLang="ja-JP" sz="1400" dirty="0"/>
          </a:p>
          <a:p>
            <a:pPr>
              <a:lnSpc>
                <a:spcPct val="110000"/>
              </a:lnSpc>
            </a:pPr>
            <a:r>
              <a:rPr kumimoji="1" lang="ja-JP" altLang="en-US" sz="1400" dirty="0"/>
              <a:t>・プラグイン系の操作</a:t>
            </a:r>
            <a:r>
              <a:rPr lang="ja-JP" altLang="en-US" sz="1400" dirty="0"/>
              <a:t>を処理</a:t>
            </a:r>
            <a:endParaRPr lang="en-US" altLang="ja-JP" sz="1400" dirty="0"/>
          </a:p>
          <a:p>
            <a:pPr>
              <a:lnSpc>
                <a:spcPct val="110000"/>
              </a:lnSpc>
            </a:pPr>
            <a:r>
              <a:rPr lang="ja-JP" altLang="en-US" sz="1400" dirty="0"/>
              <a:t>・</a:t>
            </a:r>
            <a:r>
              <a:rPr lang="en-US" altLang="ja-JP" sz="1400" dirty="0"/>
              <a:t>UI</a:t>
            </a:r>
            <a:r>
              <a:rPr lang="ja-JP" altLang="en-US" sz="1400" dirty="0"/>
              <a:t>を全体的に変更</a:t>
            </a:r>
            <a:endParaRPr lang="en-US" altLang="ja-JP" sz="1400" dirty="0"/>
          </a:p>
          <a:p>
            <a:pPr>
              <a:lnSpc>
                <a:spcPct val="110000"/>
              </a:lnSpc>
            </a:pPr>
            <a:r>
              <a:rPr lang="ja-JP" altLang="en-US" sz="1400" dirty="0"/>
              <a:t>・入出力の形式を拡張</a:t>
            </a:r>
            <a:endParaRPr lang="en-US" altLang="ja-JP" sz="1400" dirty="0"/>
          </a:p>
          <a:p>
            <a:pPr algn="ctr">
              <a:lnSpc>
                <a:spcPct val="110000"/>
              </a:lnSpc>
            </a:pPr>
            <a:r>
              <a:rPr lang="ja-JP" altLang="en-US" sz="1400" dirty="0"/>
              <a:t>　　　　　　　　　</a:t>
            </a:r>
            <a:r>
              <a:rPr lang="en-US" altLang="ja-JP" sz="1400" dirty="0"/>
              <a:t>…etc.</a:t>
            </a:r>
          </a:p>
        </p:txBody>
      </p:sp>
      <p:sp>
        <p:nvSpPr>
          <p:cNvPr id="410" name="四角形: 角を丸くする 409">
            <a:extLst>
              <a:ext uri="{FF2B5EF4-FFF2-40B4-BE49-F238E27FC236}">
                <a16:creationId xmlns:a16="http://schemas.microsoft.com/office/drawing/2014/main" id="{1239B3C4-1AAA-C12D-0269-9EFF281CAD03}"/>
              </a:ext>
            </a:extLst>
          </p:cNvPr>
          <p:cNvSpPr/>
          <p:nvPr/>
        </p:nvSpPr>
        <p:spPr>
          <a:xfrm>
            <a:off x="4254176" y="4345558"/>
            <a:ext cx="1711960" cy="250572"/>
          </a:xfrm>
          <a:prstGeom prst="roundRect">
            <a:avLst>
              <a:gd name="adj" fmla="val 25342"/>
            </a:avLst>
          </a:prstGeom>
          <a:solidFill>
            <a:schemeClr val="bg1"/>
          </a:solidFill>
          <a:ln w="508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411" name="テキスト ボックス 410">
            <a:extLst>
              <a:ext uri="{FF2B5EF4-FFF2-40B4-BE49-F238E27FC236}">
                <a16:creationId xmlns:a16="http://schemas.microsoft.com/office/drawing/2014/main" id="{C5351318-7341-BE60-D0CF-8B5B5A24DA7F}"/>
              </a:ext>
            </a:extLst>
          </p:cNvPr>
          <p:cNvSpPr txBox="1"/>
          <p:nvPr/>
        </p:nvSpPr>
        <p:spPr>
          <a:xfrm>
            <a:off x="4111357" y="4309640"/>
            <a:ext cx="19964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DAWIY</a:t>
            </a:r>
            <a:r>
              <a:rPr kumimoji="1" lang="ja-JP" altLang="en-US" sz="16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プラグイン</a:t>
            </a:r>
          </a:p>
        </p:txBody>
      </p:sp>
      <p:cxnSp>
        <p:nvCxnSpPr>
          <p:cNvPr id="417" name="直線コネクタ 416">
            <a:extLst>
              <a:ext uri="{FF2B5EF4-FFF2-40B4-BE49-F238E27FC236}">
                <a16:creationId xmlns:a16="http://schemas.microsoft.com/office/drawing/2014/main" id="{0DFD2DF0-DBC0-7FE4-E8BB-24A383A7A32C}"/>
              </a:ext>
            </a:extLst>
          </p:cNvPr>
          <p:cNvCxnSpPr>
            <a:cxnSpLocks/>
          </p:cNvCxnSpPr>
          <p:nvPr/>
        </p:nvCxnSpPr>
        <p:spPr>
          <a:xfrm>
            <a:off x="6184602" y="3234116"/>
            <a:ext cx="0" cy="394183"/>
          </a:xfrm>
          <a:prstGeom prst="line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4" name="四角形: 角を丸くする 423">
            <a:extLst>
              <a:ext uri="{FF2B5EF4-FFF2-40B4-BE49-F238E27FC236}">
                <a16:creationId xmlns:a16="http://schemas.microsoft.com/office/drawing/2014/main" id="{FA09E2E9-D048-1CD6-9AE5-3FB95C4AA0AA}"/>
              </a:ext>
            </a:extLst>
          </p:cNvPr>
          <p:cNvSpPr/>
          <p:nvPr/>
        </p:nvSpPr>
        <p:spPr>
          <a:xfrm>
            <a:off x="3899035" y="3627363"/>
            <a:ext cx="2392041" cy="580737"/>
          </a:xfrm>
          <a:prstGeom prst="roundRect">
            <a:avLst>
              <a:gd name="adj" fmla="val 13218"/>
            </a:avLst>
          </a:prstGeom>
          <a:solidFill>
            <a:schemeClr val="bg1"/>
          </a:solidFill>
          <a:ln w="57150" cap="rnd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tx1"/>
              </a:solidFill>
            </a:endParaRPr>
          </a:p>
        </p:txBody>
      </p:sp>
      <p:sp>
        <p:nvSpPr>
          <p:cNvPr id="426" name="テキスト ボックス 425">
            <a:extLst>
              <a:ext uri="{FF2B5EF4-FFF2-40B4-BE49-F238E27FC236}">
                <a16:creationId xmlns:a16="http://schemas.microsoft.com/office/drawing/2014/main" id="{92A13D22-C049-F21D-9475-DFC8A26A1D53}"/>
              </a:ext>
            </a:extLst>
          </p:cNvPr>
          <p:cNvSpPr txBox="1"/>
          <p:nvPr/>
        </p:nvSpPr>
        <p:spPr>
          <a:xfrm>
            <a:off x="3906143" y="3677790"/>
            <a:ext cx="23687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/>
              <a:t>・</a:t>
            </a:r>
            <a:r>
              <a:rPr kumimoji="1" lang="en-US" altLang="ja-JP" sz="1400" dirty="0"/>
              <a:t>MIDI</a:t>
            </a:r>
            <a:r>
              <a:rPr kumimoji="1" lang="ja-JP" altLang="en-US" sz="1400" dirty="0"/>
              <a:t>信号を演奏する</a:t>
            </a:r>
            <a:endParaRPr kumimoji="1" lang="en-US" altLang="ja-JP" sz="1400" dirty="0"/>
          </a:p>
          <a:p>
            <a:r>
              <a:rPr kumimoji="1" lang="ja-JP" altLang="en-US" sz="1400" dirty="0"/>
              <a:t>・ファイルへの書き出し等</a:t>
            </a:r>
          </a:p>
        </p:txBody>
      </p:sp>
      <p:cxnSp>
        <p:nvCxnSpPr>
          <p:cNvPr id="427" name="直線コネクタ 426">
            <a:extLst>
              <a:ext uri="{FF2B5EF4-FFF2-40B4-BE49-F238E27FC236}">
                <a16:creationId xmlns:a16="http://schemas.microsoft.com/office/drawing/2014/main" id="{FD1B89A7-1FED-11C4-7EF7-145E5EDB36BC}"/>
              </a:ext>
            </a:extLst>
          </p:cNvPr>
          <p:cNvCxnSpPr>
            <a:cxnSpLocks/>
          </p:cNvCxnSpPr>
          <p:nvPr/>
        </p:nvCxnSpPr>
        <p:spPr>
          <a:xfrm>
            <a:off x="8422923" y="2338518"/>
            <a:ext cx="262574" cy="0"/>
          </a:xfrm>
          <a:prstGeom prst="line">
            <a:avLst/>
          </a:prstGeom>
          <a:ln cap="sq">
            <a:solidFill>
              <a:schemeClr val="tx1"/>
            </a:solidFill>
            <a:round/>
            <a:headEnd type="none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直線コネクタ 428">
            <a:extLst>
              <a:ext uri="{FF2B5EF4-FFF2-40B4-BE49-F238E27FC236}">
                <a16:creationId xmlns:a16="http://schemas.microsoft.com/office/drawing/2014/main" id="{F244E25B-79B2-E96B-16F5-74835677E3CA}"/>
              </a:ext>
            </a:extLst>
          </p:cNvPr>
          <p:cNvCxnSpPr>
            <a:cxnSpLocks/>
          </p:cNvCxnSpPr>
          <p:nvPr/>
        </p:nvCxnSpPr>
        <p:spPr>
          <a:xfrm flipV="1">
            <a:off x="8685497" y="2219325"/>
            <a:ext cx="207643" cy="120221"/>
          </a:xfrm>
          <a:prstGeom prst="line">
            <a:avLst/>
          </a:prstGeom>
          <a:ln cap="rnd">
            <a:solidFill>
              <a:schemeClr val="tx1"/>
            </a:solidFill>
            <a:round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直線コネクタ 430">
            <a:extLst>
              <a:ext uri="{FF2B5EF4-FFF2-40B4-BE49-F238E27FC236}">
                <a16:creationId xmlns:a16="http://schemas.microsoft.com/office/drawing/2014/main" id="{F0C51C6A-2DA4-21B0-0B0E-35FBFD488F1E}"/>
              </a:ext>
            </a:extLst>
          </p:cNvPr>
          <p:cNvCxnSpPr>
            <a:cxnSpLocks/>
          </p:cNvCxnSpPr>
          <p:nvPr/>
        </p:nvCxnSpPr>
        <p:spPr>
          <a:xfrm>
            <a:off x="8891898" y="2219590"/>
            <a:ext cx="268242" cy="98786"/>
          </a:xfrm>
          <a:prstGeom prst="line">
            <a:avLst/>
          </a:prstGeom>
          <a:ln cap="rnd">
            <a:solidFill>
              <a:schemeClr val="tx1"/>
            </a:solidFill>
            <a:round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直線コネクタ 432">
            <a:extLst>
              <a:ext uri="{FF2B5EF4-FFF2-40B4-BE49-F238E27FC236}">
                <a16:creationId xmlns:a16="http://schemas.microsoft.com/office/drawing/2014/main" id="{354F069E-D6B8-3C09-33AD-9684CC493DCC}"/>
              </a:ext>
            </a:extLst>
          </p:cNvPr>
          <p:cNvCxnSpPr>
            <a:cxnSpLocks/>
          </p:cNvCxnSpPr>
          <p:nvPr/>
        </p:nvCxnSpPr>
        <p:spPr>
          <a:xfrm>
            <a:off x="9160703" y="2321225"/>
            <a:ext cx="370612" cy="49472"/>
          </a:xfrm>
          <a:prstGeom prst="line">
            <a:avLst/>
          </a:prstGeom>
          <a:ln cap="rnd">
            <a:solidFill>
              <a:schemeClr val="tx1"/>
            </a:solidFill>
            <a:round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5" name="直線コネクタ 434">
            <a:extLst>
              <a:ext uri="{FF2B5EF4-FFF2-40B4-BE49-F238E27FC236}">
                <a16:creationId xmlns:a16="http://schemas.microsoft.com/office/drawing/2014/main" id="{8E7C6CDC-D4DD-7AFA-0D6D-4FA1C18C5CE0}"/>
              </a:ext>
            </a:extLst>
          </p:cNvPr>
          <p:cNvCxnSpPr>
            <a:cxnSpLocks/>
          </p:cNvCxnSpPr>
          <p:nvPr/>
        </p:nvCxnSpPr>
        <p:spPr>
          <a:xfrm>
            <a:off x="9536585" y="2370697"/>
            <a:ext cx="253810" cy="150811"/>
          </a:xfrm>
          <a:prstGeom prst="line">
            <a:avLst/>
          </a:prstGeom>
          <a:ln cap="rnd">
            <a:solidFill>
              <a:schemeClr val="tx1"/>
            </a:solidFill>
            <a:round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7" name="直線コネクタ 436">
            <a:extLst>
              <a:ext uri="{FF2B5EF4-FFF2-40B4-BE49-F238E27FC236}">
                <a16:creationId xmlns:a16="http://schemas.microsoft.com/office/drawing/2014/main" id="{A67D8290-70B1-7E02-1A62-82909563458C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758608" y="2241141"/>
            <a:ext cx="312682" cy="246191"/>
          </a:xfrm>
          <a:prstGeom prst="curvedConnector3">
            <a:avLst>
              <a:gd name="adj1" fmla="val 50000"/>
            </a:avLst>
          </a:prstGeom>
          <a:ln cap="rnd">
            <a:solidFill>
              <a:schemeClr val="tx1"/>
            </a:solidFill>
            <a:round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0" name="直線コネクタ 439">
            <a:extLst>
              <a:ext uri="{FF2B5EF4-FFF2-40B4-BE49-F238E27FC236}">
                <a16:creationId xmlns:a16="http://schemas.microsoft.com/office/drawing/2014/main" id="{7499C19D-B3B1-64F9-8782-50BB88098DFC}"/>
              </a:ext>
            </a:extLst>
          </p:cNvPr>
          <p:cNvCxnSpPr>
            <a:cxnSpLocks/>
          </p:cNvCxnSpPr>
          <p:nvPr/>
        </p:nvCxnSpPr>
        <p:spPr>
          <a:xfrm>
            <a:off x="10038736" y="2204190"/>
            <a:ext cx="485084" cy="0"/>
          </a:xfrm>
          <a:prstGeom prst="line">
            <a:avLst/>
          </a:prstGeom>
          <a:ln cap="flat">
            <a:solidFill>
              <a:schemeClr val="tx1"/>
            </a:solidFill>
            <a:prstDash val="sysDash"/>
            <a:miter lim="800000"/>
            <a:headEnd type="oval" w="sm" len="sm"/>
            <a:tailEnd type="non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4" name="直線コネクタ 443">
            <a:extLst>
              <a:ext uri="{FF2B5EF4-FFF2-40B4-BE49-F238E27FC236}">
                <a16:creationId xmlns:a16="http://schemas.microsoft.com/office/drawing/2014/main" id="{553395DB-A4D6-3AFD-AC5E-2B6E00C66AAD}"/>
              </a:ext>
            </a:extLst>
          </p:cNvPr>
          <p:cNvCxnSpPr>
            <a:cxnSpLocks/>
          </p:cNvCxnSpPr>
          <p:nvPr/>
        </p:nvCxnSpPr>
        <p:spPr>
          <a:xfrm>
            <a:off x="10524511" y="2421916"/>
            <a:ext cx="566999" cy="0"/>
          </a:xfrm>
          <a:prstGeom prst="line">
            <a:avLst/>
          </a:prstGeom>
          <a:ln cap="flat">
            <a:solidFill>
              <a:schemeClr val="tx1"/>
            </a:solidFill>
            <a:prstDash val="sysDash"/>
            <a:miter lim="800000"/>
            <a:headEnd type="oval" w="sm" len="sm"/>
            <a:tailEnd type="non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2" name="直線コネクタ 451">
            <a:extLst>
              <a:ext uri="{FF2B5EF4-FFF2-40B4-BE49-F238E27FC236}">
                <a16:creationId xmlns:a16="http://schemas.microsoft.com/office/drawing/2014/main" id="{BC9E499D-0344-1DF5-8161-EAF02E5B32E4}"/>
              </a:ext>
            </a:extLst>
          </p:cNvPr>
          <p:cNvCxnSpPr>
            <a:cxnSpLocks/>
          </p:cNvCxnSpPr>
          <p:nvPr/>
        </p:nvCxnSpPr>
        <p:spPr>
          <a:xfrm>
            <a:off x="9916125" y="2364105"/>
            <a:ext cx="0" cy="0"/>
          </a:xfrm>
          <a:prstGeom prst="line">
            <a:avLst/>
          </a:prstGeom>
          <a:ln cap="rnd">
            <a:solidFill>
              <a:schemeClr val="tx1"/>
            </a:solidFill>
            <a:round/>
            <a:headEnd type="oval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直線コネクタ 457">
            <a:extLst>
              <a:ext uri="{FF2B5EF4-FFF2-40B4-BE49-F238E27FC236}">
                <a16:creationId xmlns:a16="http://schemas.microsoft.com/office/drawing/2014/main" id="{0EC69350-5236-9C93-CE5E-2B8AA65D1CF8}"/>
              </a:ext>
            </a:extLst>
          </p:cNvPr>
          <p:cNvCxnSpPr>
            <a:cxnSpLocks/>
          </p:cNvCxnSpPr>
          <p:nvPr/>
        </p:nvCxnSpPr>
        <p:spPr>
          <a:xfrm>
            <a:off x="10524511" y="2194137"/>
            <a:ext cx="0" cy="225874"/>
          </a:xfrm>
          <a:prstGeom prst="line">
            <a:avLst/>
          </a:prstGeom>
          <a:ln cap="flat">
            <a:solidFill>
              <a:schemeClr val="tx1"/>
            </a:solidFill>
            <a:prstDash val="sysDash"/>
            <a:miter lim="800000"/>
            <a:headEnd type="none" w="sm" len="sm"/>
            <a:tailEnd type="oval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65" name="グラフィックス 464" descr="音符 単色塗りつぶし">
            <a:extLst>
              <a:ext uri="{FF2B5EF4-FFF2-40B4-BE49-F238E27FC236}">
                <a16:creationId xmlns:a16="http://schemas.microsoft.com/office/drawing/2014/main" id="{7DF67CE4-71E4-E39F-C57D-969DB193D6E9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178683" y="1069834"/>
            <a:ext cx="150949" cy="150949"/>
          </a:xfrm>
          <a:prstGeom prst="rect">
            <a:avLst/>
          </a:prstGeom>
        </p:spPr>
      </p:pic>
      <p:pic>
        <p:nvPicPr>
          <p:cNvPr id="467" name="グラフィックス 466" descr="人工知能 枠線">
            <a:extLst>
              <a:ext uri="{FF2B5EF4-FFF2-40B4-BE49-F238E27FC236}">
                <a16:creationId xmlns:a16="http://schemas.microsoft.com/office/drawing/2014/main" id="{57B7EE55-53DA-7549-8BE2-4CBDF9561AB0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1199990" y="1302818"/>
            <a:ext cx="122026" cy="122026"/>
          </a:xfrm>
          <a:prstGeom prst="rect">
            <a:avLst/>
          </a:prstGeom>
        </p:spPr>
      </p:pic>
      <p:pic>
        <p:nvPicPr>
          <p:cNvPr id="469" name="グラフィックス 468" descr="紙 枠線">
            <a:extLst>
              <a:ext uri="{FF2B5EF4-FFF2-40B4-BE49-F238E27FC236}">
                <a16:creationId xmlns:a16="http://schemas.microsoft.com/office/drawing/2014/main" id="{2563F913-B66F-9054-3693-ACEB0311E25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194385" y="1533532"/>
            <a:ext cx="121913" cy="112008"/>
          </a:xfrm>
          <a:prstGeom prst="rect">
            <a:avLst/>
          </a:prstGeom>
        </p:spPr>
      </p:pic>
      <p:sp>
        <p:nvSpPr>
          <p:cNvPr id="470" name="テキスト ボックス 469">
            <a:extLst>
              <a:ext uri="{FF2B5EF4-FFF2-40B4-BE49-F238E27FC236}">
                <a16:creationId xmlns:a16="http://schemas.microsoft.com/office/drawing/2014/main" id="{7180AE32-4225-A88D-1DC1-6FD381B34ADF}"/>
              </a:ext>
            </a:extLst>
          </p:cNvPr>
          <p:cNvSpPr txBox="1"/>
          <p:nvPr/>
        </p:nvSpPr>
        <p:spPr>
          <a:xfrm>
            <a:off x="11186527" y="1520577"/>
            <a:ext cx="133589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400" dirty="0">
                <a:latin typeface="+mj-ea"/>
                <a:ea typeface="+mj-ea"/>
              </a:rPr>
              <a:t>？</a:t>
            </a:r>
          </a:p>
        </p:txBody>
      </p:sp>
      <p:cxnSp>
        <p:nvCxnSpPr>
          <p:cNvPr id="477" name="直線コネクタ 476">
            <a:extLst>
              <a:ext uri="{FF2B5EF4-FFF2-40B4-BE49-F238E27FC236}">
                <a16:creationId xmlns:a16="http://schemas.microsoft.com/office/drawing/2014/main" id="{6332A008-1E22-10B9-2D87-575EFD682E24}"/>
              </a:ext>
            </a:extLst>
          </p:cNvPr>
          <p:cNvCxnSpPr>
            <a:cxnSpLocks/>
          </p:cNvCxnSpPr>
          <p:nvPr/>
        </p:nvCxnSpPr>
        <p:spPr>
          <a:xfrm flipH="1">
            <a:off x="6800486" y="2920998"/>
            <a:ext cx="493669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6" name="直線コネクタ 555">
            <a:extLst>
              <a:ext uri="{FF2B5EF4-FFF2-40B4-BE49-F238E27FC236}">
                <a16:creationId xmlns:a16="http://schemas.microsoft.com/office/drawing/2014/main" id="{4F902D8A-F4CE-BC0A-F662-653665D29271}"/>
              </a:ext>
            </a:extLst>
          </p:cNvPr>
          <p:cNvCxnSpPr>
            <a:cxnSpLocks/>
          </p:cNvCxnSpPr>
          <p:nvPr/>
        </p:nvCxnSpPr>
        <p:spPr>
          <a:xfrm flipH="1">
            <a:off x="6529737" y="5368408"/>
            <a:ext cx="286953" cy="0"/>
          </a:xfrm>
          <a:prstGeom prst="line">
            <a:avLst/>
          </a:prstGeom>
          <a:ln w="7620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395FB6AB-664B-CB32-B407-A120CC3F5CC8}"/>
              </a:ext>
            </a:extLst>
          </p:cNvPr>
          <p:cNvCxnSpPr>
            <a:cxnSpLocks/>
          </p:cNvCxnSpPr>
          <p:nvPr/>
        </p:nvCxnSpPr>
        <p:spPr>
          <a:xfrm flipV="1">
            <a:off x="6830966" y="2882265"/>
            <a:ext cx="0" cy="39624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40F05C5B-3A1B-457C-056E-B2D1051E27A8}"/>
              </a:ext>
            </a:extLst>
          </p:cNvPr>
          <p:cNvCxnSpPr>
            <a:cxnSpLocks/>
          </p:cNvCxnSpPr>
          <p:nvPr/>
        </p:nvCxnSpPr>
        <p:spPr>
          <a:xfrm>
            <a:off x="6145762" y="3239133"/>
            <a:ext cx="712548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9" name="グラフィックス 478" descr="ボリューム 枠線">
            <a:extLst>
              <a:ext uri="{FF2B5EF4-FFF2-40B4-BE49-F238E27FC236}">
                <a16:creationId xmlns:a16="http://schemas.microsoft.com/office/drawing/2014/main" id="{6DD88C33-ADAB-4604-D4DD-135024C4A1A3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0664785" y="5041193"/>
            <a:ext cx="1231520" cy="1231520"/>
          </a:xfrm>
          <a:prstGeom prst="rect">
            <a:avLst/>
          </a:prstGeom>
        </p:spPr>
      </p:pic>
      <p:cxnSp>
        <p:nvCxnSpPr>
          <p:cNvPr id="482" name="直線コネクタ 481">
            <a:extLst>
              <a:ext uri="{FF2B5EF4-FFF2-40B4-BE49-F238E27FC236}">
                <a16:creationId xmlns:a16="http://schemas.microsoft.com/office/drawing/2014/main" id="{E3430626-F5CA-2422-B672-C9D94F7F6300}"/>
              </a:ext>
            </a:extLst>
          </p:cNvPr>
          <p:cNvCxnSpPr>
            <a:cxnSpLocks/>
          </p:cNvCxnSpPr>
          <p:nvPr/>
        </p:nvCxnSpPr>
        <p:spPr>
          <a:xfrm flipV="1">
            <a:off x="11269447" y="4058460"/>
            <a:ext cx="0" cy="939643"/>
          </a:xfrm>
          <a:prstGeom prst="line">
            <a:avLst/>
          </a:prstGeom>
          <a:ln w="76200">
            <a:solidFill>
              <a:schemeClr val="tx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00" name="グラフィックス 499" descr="音符 単色塗りつぶし">
            <a:extLst>
              <a:ext uri="{FF2B5EF4-FFF2-40B4-BE49-F238E27FC236}">
                <a16:creationId xmlns:a16="http://schemas.microsoft.com/office/drawing/2014/main" id="{CFFD7AFA-C72F-2C2B-5003-58CD36E7DF2C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1304737" y="4576831"/>
            <a:ext cx="778972" cy="778972"/>
          </a:xfrm>
          <a:prstGeom prst="rect">
            <a:avLst/>
          </a:prstGeom>
        </p:spPr>
      </p:pic>
      <p:sp>
        <p:nvSpPr>
          <p:cNvPr id="501" name="テキスト ボックス 500">
            <a:extLst>
              <a:ext uri="{FF2B5EF4-FFF2-40B4-BE49-F238E27FC236}">
                <a16:creationId xmlns:a16="http://schemas.microsoft.com/office/drawing/2014/main" id="{EF619B1E-118E-BC10-ADAB-1F9E2419A9A8}"/>
              </a:ext>
            </a:extLst>
          </p:cNvPr>
          <p:cNvSpPr txBox="1"/>
          <p:nvPr/>
        </p:nvSpPr>
        <p:spPr>
          <a:xfrm>
            <a:off x="10508429" y="6152905"/>
            <a:ext cx="14950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0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音声出力</a:t>
            </a:r>
          </a:p>
        </p:txBody>
      </p:sp>
      <p:pic>
        <p:nvPicPr>
          <p:cNvPr id="502" name="グラフィックス 501" descr="紙 枠線">
            <a:extLst>
              <a:ext uri="{FF2B5EF4-FFF2-40B4-BE49-F238E27FC236}">
                <a16:creationId xmlns:a16="http://schemas.microsoft.com/office/drawing/2014/main" id="{28C8136F-0931-8702-5176-38A6B2DEBA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70711" y="4307833"/>
            <a:ext cx="905728" cy="925120"/>
          </a:xfrm>
          <a:prstGeom prst="rect">
            <a:avLst/>
          </a:prstGeom>
        </p:spPr>
      </p:pic>
      <p:cxnSp>
        <p:nvCxnSpPr>
          <p:cNvPr id="503" name="直線コネクタ 502">
            <a:extLst>
              <a:ext uri="{FF2B5EF4-FFF2-40B4-BE49-F238E27FC236}">
                <a16:creationId xmlns:a16="http://schemas.microsoft.com/office/drawing/2014/main" id="{AE5F905B-FF7A-380F-A683-019F9E559826}"/>
              </a:ext>
            </a:extLst>
          </p:cNvPr>
          <p:cNvCxnSpPr>
            <a:cxnSpLocks/>
          </p:cNvCxnSpPr>
          <p:nvPr/>
        </p:nvCxnSpPr>
        <p:spPr>
          <a:xfrm>
            <a:off x="9560961" y="4725502"/>
            <a:ext cx="17358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4" name="直線コネクタ 503">
            <a:extLst>
              <a:ext uri="{FF2B5EF4-FFF2-40B4-BE49-F238E27FC236}">
                <a16:creationId xmlns:a16="http://schemas.microsoft.com/office/drawing/2014/main" id="{0EEBE240-22F5-7A51-0FD3-F6241F81D3C8}"/>
              </a:ext>
            </a:extLst>
          </p:cNvPr>
          <p:cNvCxnSpPr>
            <a:cxnSpLocks/>
          </p:cNvCxnSpPr>
          <p:nvPr/>
        </p:nvCxnSpPr>
        <p:spPr>
          <a:xfrm>
            <a:off x="9742796" y="4775032"/>
            <a:ext cx="12847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5" name="直線コネクタ 504">
            <a:extLst>
              <a:ext uri="{FF2B5EF4-FFF2-40B4-BE49-F238E27FC236}">
                <a16:creationId xmlns:a16="http://schemas.microsoft.com/office/drawing/2014/main" id="{059C82C0-1066-73C8-9445-148F04D96511}"/>
              </a:ext>
            </a:extLst>
          </p:cNvPr>
          <p:cNvCxnSpPr>
            <a:cxnSpLocks/>
          </p:cNvCxnSpPr>
          <p:nvPr/>
        </p:nvCxnSpPr>
        <p:spPr>
          <a:xfrm>
            <a:off x="9655428" y="4829507"/>
            <a:ext cx="93083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6" name="直線コネクタ 505">
            <a:extLst>
              <a:ext uri="{FF2B5EF4-FFF2-40B4-BE49-F238E27FC236}">
                <a16:creationId xmlns:a16="http://schemas.microsoft.com/office/drawing/2014/main" id="{56950888-888F-89DA-6338-9DC3B1A072F1}"/>
              </a:ext>
            </a:extLst>
          </p:cNvPr>
          <p:cNvCxnSpPr>
            <a:cxnSpLocks/>
          </p:cNvCxnSpPr>
          <p:nvPr/>
        </p:nvCxnSpPr>
        <p:spPr>
          <a:xfrm>
            <a:off x="9780189" y="4890467"/>
            <a:ext cx="1134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7" name="直線コネクタ 506">
            <a:extLst>
              <a:ext uri="{FF2B5EF4-FFF2-40B4-BE49-F238E27FC236}">
                <a16:creationId xmlns:a16="http://schemas.microsoft.com/office/drawing/2014/main" id="{D5C0586E-32B7-46A1-73E0-FA3DC5356FA0}"/>
              </a:ext>
            </a:extLst>
          </p:cNvPr>
          <p:cNvCxnSpPr>
            <a:cxnSpLocks/>
          </p:cNvCxnSpPr>
          <p:nvPr/>
        </p:nvCxnSpPr>
        <p:spPr>
          <a:xfrm>
            <a:off x="9590399" y="4935610"/>
            <a:ext cx="146875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6" name="テキスト ボックス 515">
            <a:extLst>
              <a:ext uri="{FF2B5EF4-FFF2-40B4-BE49-F238E27FC236}">
                <a16:creationId xmlns:a16="http://schemas.microsoft.com/office/drawing/2014/main" id="{1D6C616C-F9D2-A2DE-54D4-296A37C0D658}"/>
              </a:ext>
            </a:extLst>
          </p:cNvPr>
          <p:cNvSpPr txBox="1"/>
          <p:nvPr/>
        </p:nvSpPr>
        <p:spPr>
          <a:xfrm>
            <a:off x="9227034" y="5163810"/>
            <a:ext cx="9294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MIDI</a:t>
            </a:r>
            <a:r>
              <a:rPr kumimoji="1" lang="ja-JP" altLang="en-US" sz="1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出力</a:t>
            </a:r>
          </a:p>
        </p:txBody>
      </p:sp>
      <p:sp>
        <p:nvSpPr>
          <p:cNvPr id="518" name="四角形: 角を丸くする 517">
            <a:extLst>
              <a:ext uri="{FF2B5EF4-FFF2-40B4-BE49-F238E27FC236}">
                <a16:creationId xmlns:a16="http://schemas.microsoft.com/office/drawing/2014/main" id="{D177575C-6CC6-1413-8080-94A06F1E381C}"/>
              </a:ext>
            </a:extLst>
          </p:cNvPr>
          <p:cNvSpPr/>
          <p:nvPr/>
        </p:nvSpPr>
        <p:spPr>
          <a:xfrm>
            <a:off x="7585518" y="4267200"/>
            <a:ext cx="2869122" cy="2396400"/>
          </a:xfrm>
          <a:prstGeom prst="roundRect">
            <a:avLst>
              <a:gd name="adj" fmla="val 9670"/>
            </a:avLst>
          </a:prstGeom>
          <a:noFill/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600" dirty="0">
              <a:solidFill>
                <a:schemeClr val="tx1"/>
              </a:solidFill>
            </a:endParaRPr>
          </a:p>
        </p:txBody>
      </p:sp>
      <p:pic>
        <p:nvPicPr>
          <p:cNvPr id="524" name="グラフィックス 523" descr="紙 枠線">
            <a:extLst>
              <a:ext uri="{FF2B5EF4-FFF2-40B4-BE49-F238E27FC236}">
                <a16:creationId xmlns:a16="http://schemas.microsoft.com/office/drawing/2014/main" id="{F5E264D7-4166-DB87-102A-B62B38E84D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84078" y="5484682"/>
            <a:ext cx="896708" cy="915906"/>
          </a:xfrm>
          <a:prstGeom prst="rect">
            <a:avLst/>
          </a:prstGeom>
        </p:spPr>
      </p:pic>
      <p:pic>
        <p:nvPicPr>
          <p:cNvPr id="526" name="グラフィックス 525" descr="矢印: 反時計回りの曲線 単色塗りつぶし">
            <a:extLst>
              <a:ext uri="{FF2B5EF4-FFF2-40B4-BE49-F238E27FC236}">
                <a16:creationId xmlns:a16="http://schemas.microsoft.com/office/drawing/2014/main" id="{B98CA6AB-2B94-38B9-BA2A-D8D8C395CC3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7376736">
            <a:off x="9516880" y="5792905"/>
            <a:ext cx="400512" cy="399017"/>
          </a:xfrm>
          <a:prstGeom prst="rect">
            <a:avLst/>
          </a:prstGeom>
        </p:spPr>
      </p:pic>
      <p:pic>
        <p:nvPicPr>
          <p:cNvPr id="527" name="グラフィックス 526" descr="矢印: 反時計回りの曲線 単色塗りつぶし">
            <a:extLst>
              <a:ext uri="{FF2B5EF4-FFF2-40B4-BE49-F238E27FC236}">
                <a16:creationId xmlns:a16="http://schemas.microsoft.com/office/drawing/2014/main" id="{5830FE18-690B-2B62-5541-FD193E7FFC9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6212480">
            <a:off x="9562891" y="5886366"/>
            <a:ext cx="353240" cy="399017"/>
          </a:xfrm>
          <a:prstGeom prst="rect">
            <a:avLst/>
          </a:prstGeom>
        </p:spPr>
      </p:pic>
      <p:pic>
        <p:nvPicPr>
          <p:cNvPr id="529" name="グラフィックス 528" descr="紙 枠線">
            <a:extLst>
              <a:ext uri="{FF2B5EF4-FFF2-40B4-BE49-F238E27FC236}">
                <a16:creationId xmlns:a16="http://schemas.microsoft.com/office/drawing/2014/main" id="{4C31D9B1-6529-BB7D-E174-E813FB7DE4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29769" y="4290048"/>
            <a:ext cx="935501" cy="955530"/>
          </a:xfrm>
          <a:prstGeom prst="rect">
            <a:avLst/>
          </a:prstGeom>
        </p:spPr>
      </p:pic>
      <p:pic>
        <p:nvPicPr>
          <p:cNvPr id="530" name="グラフィックス 529" descr="音声 単色塗りつぶし">
            <a:extLst>
              <a:ext uri="{FF2B5EF4-FFF2-40B4-BE49-F238E27FC236}">
                <a16:creationId xmlns:a16="http://schemas.microsoft.com/office/drawing/2014/main" id="{3ECF0529-E4D9-CF4C-8D18-4247F75A9D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65086" y="4542742"/>
            <a:ext cx="465953" cy="524566"/>
          </a:xfrm>
          <a:prstGeom prst="rect">
            <a:avLst/>
          </a:prstGeom>
        </p:spPr>
      </p:pic>
      <p:sp>
        <p:nvSpPr>
          <p:cNvPr id="531" name="テキスト ボックス 530">
            <a:extLst>
              <a:ext uri="{FF2B5EF4-FFF2-40B4-BE49-F238E27FC236}">
                <a16:creationId xmlns:a16="http://schemas.microsoft.com/office/drawing/2014/main" id="{50C2BD03-88C5-059C-A538-FAFE45F54B39}"/>
              </a:ext>
            </a:extLst>
          </p:cNvPr>
          <p:cNvSpPr txBox="1"/>
          <p:nvPr/>
        </p:nvSpPr>
        <p:spPr>
          <a:xfrm>
            <a:off x="7681877" y="5163810"/>
            <a:ext cx="14178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音声ファイル</a:t>
            </a:r>
            <a:r>
              <a:rPr lang="ja-JP" altLang="en-US" sz="1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出力</a:t>
            </a:r>
            <a:endParaRPr kumimoji="1" lang="ja-JP" altLang="en-US" sz="12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pic>
        <p:nvPicPr>
          <p:cNvPr id="532" name="グラフィックス 531" descr="紙 枠線">
            <a:extLst>
              <a:ext uri="{FF2B5EF4-FFF2-40B4-BE49-F238E27FC236}">
                <a16:creationId xmlns:a16="http://schemas.microsoft.com/office/drawing/2014/main" id="{0D707A53-A520-6AB7-5FDF-57D27EB8E970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7951403" y="5468535"/>
            <a:ext cx="918462" cy="935466"/>
          </a:xfrm>
          <a:prstGeom prst="rect">
            <a:avLst/>
          </a:prstGeom>
        </p:spPr>
      </p:pic>
      <p:sp>
        <p:nvSpPr>
          <p:cNvPr id="533" name="テキスト ボックス 532">
            <a:extLst>
              <a:ext uri="{FF2B5EF4-FFF2-40B4-BE49-F238E27FC236}">
                <a16:creationId xmlns:a16="http://schemas.microsoft.com/office/drawing/2014/main" id="{45EAABC8-560E-5697-B21F-F859CA81F5DF}"/>
              </a:ext>
            </a:extLst>
          </p:cNvPr>
          <p:cNvSpPr txBox="1"/>
          <p:nvPr/>
        </p:nvSpPr>
        <p:spPr>
          <a:xfrm>
            <a:off x="8194658" y="5722404"/>
            <a:ext cx="4206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2800" dirty="0">
                <a:latin typeface="+mj-ea"/>
                <a:ea typeface="+mj-ea"/>
              </a:rPr>
              <a:t>？</a:t>
            </a:r>
          </a:p>
        </p:txBody>
      </p:sp>
      <p:sp>
        <p:nvSpPr>
          <p:cNvPr id="528" name="テキスト ボックス 527">
            <a:extLst>
              <a:ext uri="{FF2B5EF4-FFF2-40B4-BE49-F238E27FC236}">
                <a16:creationId xmlns:a16="http://schemas.microsoft.com/office/drawing/2014/main" id="{94CBE829-B712-C100-34DB-783BB704310F}"/>
              </a:ext>
            </a:extLst>
          </p:cNvPr>
          <p:cNvSpPr txBox="1"/>
          <p:nvPr/>
        </p:nvSpPr>
        <p:spPr>
          <a:xfrm>
            <a:off x="9008469" y="6334592"/>
            <a:ext cx="14665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dawproject</a:t>
            </a:r>
            <a:r>
              <a:rPr lang="ja-JP" altLang="en-US" sz="1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出力</a:t>
            </a:r>
            <a:endParaRPr kumimoji="1" lang="ja-JP" altLang="en-US" sz="1200" dirty="0"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sp>
        <p:nvSpPr>
          <p:cNvPr id="534" name="テキスト ボックス 533">
            <a:extLst>
              <a:ext uri="{FF2B5EF4-FFF2-40B4-BE49-F238E27FC236}">
                <a16:creationId xmlns:a16="http://schemas.microsoft.com/office/drawing/2014/main" id="{81A76FCB-5DF7-7AFE-2849-3A7938D40458}"/>
              </a:ext>
            </a:extLst>
          </p:cNvPr>
          <p:cNvSpPr txBox="1"/>
          <p:nvPr/>
        </p:nvSpPr>
        <p:spPr>
          <a:xfrm>
            <a:off x="7681877" y="6338561"/>
            <a:ext cx="145081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200" dirty="0">
                <a:latin typeface="モボ-SemiBold" panose="02000700000000000000" pitchFamily="50" charset="-128"/>
                <a:ea typeface="モボ-SemiBold" panose="02000700000000000000" pitchFamily="50" charset="-128"/>
              </a:rPr>
              <a:t>プラグインで拡張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5AFA2A02-390B-1B0F-B15D-4030600FE465}"/>
              </a:ext>
            </a:extLst>
          </p:cNvPr>
          <p:cNvSpPr/>
          <p:nvPr/>
        </p:nvSpPr>
        <p:spPr>
          <a:xfrm>
            <a:off x="7509740" y="5809587"/>
            <a:ext cx="134730" cy="34863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5" name="正方形/長方形 494">
            <a:extLst>
              <a:ext uri="{FF2B5EF4-FFF2-40B4-BE49-F238E27FC236}">
                <a16:creationId xmlns:a16="http://schemas.microsoft.com/office/drawing/2014/main" id="{08131C20-F7B4-09CA-D7F2-B0C9CB126387}"/>
              </a:ext>
            </a:extLst>
          </p:cNvPr>
          <p:cNvSpPr/>
          <p:nvPr/>
        </p:nvSpPr>
        <p:spPr>
          <a:xfrm>
            <a:off x="6886831" y="3975715"/>
            <a:ext cx="134730" cy="2057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7D75FBDF-7967-5426-49AF-DF3A9D023223}"/>
              </a:ext>
            </a:extLst>
          </p:cNvPr>
          <p:cNvSpPr/>
          <p:nvPr/>
        </p:nvSpPr>
        <p:spPr>
          <a:xfrm>
            <a:off x="10085848" y="3160487"/>
            <a:ext cx="200085" cy="1353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3" name="正方形/長方形 452">
            <a:extLst>
              <a:ext uri="{FF2B5EF4-FFF2-40B4-BE49-F238E27FC236}">
                <a16:creationId xmlns:a16="http://schemas.microsoft.com/office/drawing/2014/main" id="{1D8A4975-759D-DD4B-13D5-8F1C19CF159E}"/>
              </a:ext>
            </a:extLst>
          </p:cNvPr>
          <p:cNvSpPr/>
          <p:nvPr/>
        </p:nvSpPr>
        <p:spPr>
          <a:xfrm>
            <a:off x="11144305" y="3183551"/>
            <a:ext cx="200085" cy="1115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78" name="直線コネクタ 577">
            <a:extLst>
              <a:ext uri="{FF2B5EF4-FFF2-40B4-BE49-F238E27FC236}">
                <a16:creationId xmlns:a16="http://schemas.microsoft.com/office/drawing/2014/main" id="{437705D0-7DAE-8CC6-8C27-6D40821C849C}"/>
              </a:ext>
            </a:extLst>
          </p:cNvPr>
          <p:cNvCxnSpPr>
            <a:cxnSpLocks/>
          </p:cNvCxnSpPr>
          <p:nvPr/>
        </p:nvCxnSpPr>
        <p:spPr>
          <a:xfrm flipV="1">
            <a:off x="10189175" y="3150666"/>
            <a:ext cx="0" cy="288494"/>
          </a:xfrm>
          <a:prstGeom prst="line">
            <a:avLst/>
          </a:prstGeom>
          <a:ln w="76200">
            <a:solidFill>
              <a:schemeClr val="tx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直線コネクタ 569">
            <a:extLst>
              <a:ext uri="{FF2B5EF4-FFF2-40B4-BE49-F238E27FC236}">
                <a16:creationId xmlns:a16="http://schemas.microsoft.com/office/drawing/2014/main" id="{FC317399-BD8E-6BF5-14B8-3E2250718876}"/>
              </a:ext>
            </a:extLst>
          </p:cNvPr>
          <p:cNvCxnSpPr>
            <a:cxnSpLocks/>
          </p:cNvCxnSpPr>
          <p:nvPr/>
        </p:nvCxnSpPr>
        <p:spPr>
          <a:xfrm flipH="1">
            <a:off x="6800486" y="3447584"/>
            <a:ext cx="4479329" cy="0"/>
          </a:xfrm>
          <a:prstGeom prst="line">
            <a:avLst/>
          </a:prstGeom>
          <a:ln w="76200">
            <a:solidFill>
              <a:schemeClr val="tx1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8" name="直線コネクタ 567">
            <a:extLst>
              <a:ext uri="{FF2B5EF4-FFF2-40B4-BE49-F238E27FC236}">
                <a16:creationId xmlns:a16="http://schemas.microsoft.com/office/drawing/2014/main" id="{1882C085-2C97-7319-7E16-F7943050226B}"/>
              </a:ext>
            </a:extLst>
          </p:cNvPr>
          <p:cNvCxnSpPr>
            <a:cxnSpLocks/>
          </p:cNvCxnSpPr>
          <p:nvPr/>
        </p:nvCxnSpPr>
        <p:spPr>
          <a:xfrm flipV="1">
            <a:off x="11243534" y="3141980"/>
            <a:ext cx="0" cy="302260"/>
          </a:xfrm>
          <a:prstGeom prst="line">
            <a:avLst/>
          </a:prstGeom>
          <a:ln w="76200">
            <a:solidFill>
              <a:schemeClr val="tx1"/>
            </a:solidFill>
            <a:headEnd type="none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2" name="正方形/長方形 471">
            <a:extLst>
              <a:ext uri="{FF2B5EF4-FFF2-40B4-BE49-F238E27FC236}">
                <a16:creationId xmlns:a16="http://schemas.microsoft.com/office/drawing/2014/main" id="{C7A5AE45-AFE2-B26F-BFD7-3DC4C7DA44E5}"/>
              </a:ext>
            </a:extLst>
          </p:cNvPr>
          <p:cNvSpPr/>
          <p:nvPr/>
        </p:nvSpPr>
        <p:spPr>
          <a:xfrm>
            <a:off x="3380122" y="700826"/>
            <a:ext cx="149402" cy="2046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54" name="直線矢印コネクタ 153">
            <a:extLst>
              <a:ext uri="{FF2B5EF4-FFF2-40B4-BE49-F238E27FC236}">
                <a16:creationId xmlns:a16="http://schemas.microsoft.com/office/drawing/2014/main" id="{9DC5BA02-A8F4-CA5C-4145-FC0B19F733F7}"/>
              </a:ext>
            </a:extLst>
          </p:cNvPr>
          <p:cNvCxnSpPr>
            <a:cxnSpLocks/>
          </p:cNvCxnSpPr>
          <p:nvPr/>
        </p:nvCxnSpPr>
        <p:spPr>
          <a:xfrm>
            <a:off x="2328018" y="795505"/>
            <a:ext cx="4049597" cy="0"/>
          </a:xfrm>
          <a:prstGeom prst="straightConnector1">
            <a:avLst/>
          </a:prstGeom>
          <a:ln w="76200">
            <a:solidFill>
              <a:schemeClr val="tx1"/>
            </a:solidFill>
            <a:tailEnd type="non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3" name="正方形/長方形 472">
            <a:extLst>
              <a:ext uri="{FF2B5EF4-FFF2-40B4-BE49-F238E27FC236}">
                <a16:creationId xmlns:a16="http://schemas.microsoft.com/office/drawing/2014/main" id="{D8F253AB-A381-4EB9-E6FA-D7B13F635A1A}"/>
              </a:ext>
            </a:extLst>
          </p:cNvPr>
          <p:cNvSpPr/>
          <p:nvPr/>
        </p:nvSpPr>
        <p:spPr>
          <a:xfrm>
            <a:off x="3379321" y="1816618"/>
            <a:ext cx="149402" cy="2046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2" name="直線矢印コネクタ 71">
            <a:extLst>
              <a:ext uri="{FF2B5EF4-FFF2-40B4-BE49-F238E27FC236}">
                <a16:creationId xmlns:a16="http://schemas.microsoft.com/office/drawing/2014/main" id="{1CC2F722-7067-8B6A-4567-A8D074E84883}"/>
              </a:ext>
            </a:extLst>
          </p:cNvPr>
          <p:cNvCxnSpPr>
            <a:cxnSpLocks/>
          </p:cNvCxnSpPr>
          <p:nvPr/>
        </p:nvCxnSpPr>
        <p:spPr>
          <a:xfrm>
            <a:off x="3137763" y="1918932"/>
            <a:ext cx="861305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5" name="正方形/長方形 474">
            <a:extLst>
              <a:ext uri="{FF2B5EF4-FFF2-40B4-BE49-F238E27FC236}">
                <a16:creationId xmlns:a16="http://schemas.microsoft.com/office/drawing/2014/main" id="{D3DBFCD3-D384-6EC4-0AF9-BC05E659F35A}"/>
              </a:ext>
            </a:extLst>
          </p:cNvPr>
          <p:cNvSpPr/>
          <p:nvPr/>
        </p:nvSpPr>
        <p:spPr>
          <a:xfrm>
            <a:off x="3378715" y="3262026"/>
            <a:ext cx="149402" cy="2046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67" name="直線コネクタ 166">
            <a:extLst>
              <a:ext uri="{FF2B5EF4-FFF2-40B4-BE49-F238E27FC236}">
                <a16:creationId xmlns:a16="http://schemas.microsoft.com/office/drawing/2014/main" id="{FC0E2071-A865-F3A3-1C3D-B5F56D8C7C66}"/>
              </a:ext>
            </a:extLst>
          </p:cNvPr>
          <p:cNvCxnSpPr>
            <a:cxnSpLocks/>
          </p:cNvCxnSpPr>
          <p:nvPr/>
        </p:nvCxnSpPr>
        <p:spPr>
          <a:xfrm>
            <a:off x="3133901" y="3369379"/>
            <a:ext cx="528109" cy="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6" name="正方形/長方形 475">
            <a:extLst>
              <a:ext uri="{FF2B5EF4-FFF2-40B4-BE49-F238E27FC236}">
                <a16:creationId xmlns:a16="http://schemas.microsoft.com/office/drawing/2014/main" id="{5B2495ED-5324-9E97-F42D-0F49275EC75E}"/>
              </a:ext>
            </a:extLst>
          </p:cNvPr>
          <p:cNvSpPr/>
          <p:nvPr/>
        </p:nvSpPr>
        <p:spPr>
          <a:xfrm>
            <a:off x="3375417" y="4634411"/>
            <a:ext cx="149402" cy="2046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93" name="直線矢印コネクタ 392">
            <a:extLst>
              <a:ext uri="{FF2B5EF4-FFF2-40B4-BE49-F238E27FC236}">
                <a16:creationId xmlns:a16="http://schemas.microsoft.com/office/drawing/2014/main" id="{F759EB83-70BB-C682-7085-215A329A1549}"/>
              </a:ext>
            </a:extLst>
          </p:cNvPr>
          <p:cNvCxnSpPr>
            <a:cxnSpLocks/>
          </p:cNvCxnSpPr>
          <p:nvPr/>
        </p:nvCxnSpPr>
        <p:spPr>
          <a:xfrm>
            <a:off x="3139621" y="4742820"/>
            <a:ext cx="562936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8" name="正方形/長方形 477">
            <a:extLst>
              <a:ext uri="{FF2B5EF4-FFF2-40B4-BE49-F238E27FC236}">
                <a16:creationId xmlns:a16="http://schemas.microsoft.com/office/drawing/2014/main" id="{3986CE58-E1DC-1171-1BB7-E2CA48E3F6F6}"/>
              </a:ext>
            </a:extLst>
          </p:cNvPr>
          <p:cNvSpPr/>
          <p:nvPr/>
        </p:nvSpPr>
        <p:spPr>
          <a:xfrm>
            <a:off x="3379707" y="5663111"/>
            <a:ext cx="149402" cy="20462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99" name="直線矢印コネクタ 398">
            <a:extLst>
              <a:ext uri="{FF2B5EF4-FFF2-40B4-BE49-F238E27FC236}">
                <a16:creationId xmlns:a16="http://schemas.microsoft.com/office/drawing/2014/main" id="{D07124DE-83ED-819D-9A12-D8457380A8C0}"/>
              </a:ext>
            </a:extLst>
          </p:cNvPr>
          <p:cNvCxnSpPr>
            <a:cxnSpLocks/>
          </p:cNvCxnSpPr>
          <p:nvPr/>
        </p:nvCxnSpPr>
        <p:spPr>
          <a:xfrm flipH="1">
            <a:off x="3180873" y="5761677"/>
            <a:ext cx="501015" cy="0"/>
          </a:xfrm>
          <a:prstGeom prst="straightConnector1">
            <a:avLst/>
          </a:prstGeom>
          <a:ln w="76200">
            <a:solidFill>
              <a:schemeClr val="tx1"/>
            </a:solidFill>
            <a:headEnd type="triangle" w="med" len="sm"/>
            <a:tailEnd type="triangle" w="med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5" name="四角形: 角を丸くする 484">
            <a:extLst>
              <a:ext uri="{FF2B5EF4-FFF2-40B4-BE49-F238E27FC236}">
                <a16:creationId xmlns:a16="http://schemas.microsoft.com/office/drawing/2014/main" id="{0F72FD56-7875-E096-2EB4-94325B5BB9DF}"/>
              </a:ext>
            </a:extLst>
          </p:cNvPr>
          <p:cNvSpPr/>
          <p:nvPr/>
        </p:nvSpPr>
        <p:spPr>
          <a:xfrm>
            <a:off x="6438575" y="6126481"/>
            <a:ext cx="545473" cy="539803"/>
          </a:xfrm>
          <a:prstGeom prst="roundRect">
            <a:avLst>
              <a:gd name="adj" fmla="val 34136"/>
            </a:avLst>
          </a:prstGeom>
          <a:solidFill>
            <a:schemeClr val="bg1">
              <a:lumMod val="95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chemeClr val="tx1"/>
              </a:solidFill>
              <a:latin typeface="モボ-SemiBold" panose="02000700000000000000" pitchFamily="50" charset="-128"/>
              <a:ea typeface="モボ-SemiBold" panose="02000700000000000000" pitchFamily="50" charset="-128"/>
            </a:endParaRPr>
          </a:p>
        </p:txBody>
      </p:sp>
      <p:cxnSp>
        <p:nvCxnSpPr>
          <p:cNvPr id="559" name="直線コネクタ 558">
            <a:extLst>
              <a:ext uri="{FF2B5EF4-FFF2-40B4-BE49-F238E27FC236}">
                <a16:creationId xmlns:a16="http://schemas.microsoft.com/office/drawing/2014/main" id="{26C83082-64F7-DCC5-9E00-5B47D6830C23}"/>
              </a:ext>
            </a:extLst>
          </p:cNvPr>
          <p:cNvCxnSpPr>
            <a:cxnSpLocks/>
          </p:cNvCxnSpPr>
          <p:nvPr/>
        </p:nvCxnSpPr>
        <p:spPr>
          <a:xfrm flipV="1">
            <a:off x="6800486" y="3414901"/>
            <a:ext cx="0" cy="2591564"/>
          </a:xfrm>
          <a:prstGeom prst="line">
            <a:avLst/>
          </a:prstGeom>
          <a:ln w="7620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正方形/長方形 59">
            <a:extLst>
              <a:ext uri="{FF2B5EF4-FFF2-40B4-BE49-F238E27FC236}">
                <a16:creationId xmlns:a16="http://schemas.microsoft.com/office/drawing/2014/main" id="{61881671-6ABD-5A7F-DA70-39BF7869CCF2}"/>
              </a:ext>
            </a:extLst>
          </p:cNvPr>
          <p:cNvSpPr/>
          <p:nvPr/>
        </p:nvSpPr>
        <p:spPr>
          <a:xfrm>
            <a:off x="6733128" y="3977640"/>
            <a:ext cx="134730" cy="2057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74" name="直線コネクタ 473">
            <a:extLst>
              <a:ext uri="{FF2B5EF4-FFF2-40B4-BE49-F238E27FC236}">
                <a16:creationId xmlns:a16="http://schemas.microsoft.com/office/drawing/2014/main" id="{C9E81AA6-2592-3861-1245-BA317783E4A4}"/>
              </a:ext>
            </a:extLst>
          </p:cNvPr>
          <p:cNvCxnSpPr>
            <a:cxnSpLocks/>
          </p:cNvCxnSpPr>
          <p:nvPr/>
        </p:nvCxnSpPr>
        <p:spPr>
          <a:xfrm flipH="1" flipV="1">
            <a:off x="6422314" y="4082288"/>
            <a:ext cx="4880686" cy="864"/>
          </a:xfrm>
          <a:prstGeom prst="line">
            <a:avLst/>
          </a:prstGeom>
          <a:ln w="76200">
            <a:solidFill>
              <a:schemeClr val="tx1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0" name="正方形/長方形 509">
            <a:extLst>
              <a:ext uri="{FF2B5EF4-FFF2-40B4-BE49-F238E27FC236}">
                <a16:creationId xmlns:a16="http://schemas.microsoft.com/office/drawing/2014/main" id="{60A1FB6B-C905-26C1-5871-CCA241C10897}"/>
              </a:ext>
            </a:extLst>
          </p:cNvPr>
          <p:cNvSpPr/>
          <p:nvPr/>
        </p:nvSpPr>
        <p:spPr>
          <a:xfrm>
            <a:off x="6881116" y="5884719"/>
            <a:ext cx="134730" cy="20573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3" name="直線コネクタ 52">
            <a:extLst>
              <a:ext uri="{FF2B5EF4-FFF2-40B4-BE49-F238E27FC236}">
                <a16:creationId xmlns:a16="http://schemas.microsoft.com/office/drawing/2014/main" id="{8A3BDD87-4E75-62D8-EEE4-86ACF4981DE6}"/>
              </a:ext>
            </a:extLst>
          </p:cNvPr>
          <p:cNvCxnSpPr>
            <a:cxnSpLocks/>
          </p:cNvCxnSpPr>
          <p:nvPr/>
        </p:nvCxnSpPr>
        <p:spPr>
          <a:xfrm flipH="1">
            <a:off x="6764655" y="5978762"/>
            <a:ext cx="1104533" cy="0"/>
          </a:xfrm>
          <a:prstGeom prst="line">
            <a:avLst/>
          </a:prstGeom>
          <a:ln w="76200">
            <a:solidFill>
              <a:schemeClr val="tx1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1" name="正方形/長方形 510">
            <a:extLst>
              <a:ext uri="{FF2B5EF4-FFF2-40B4-BE49-F238E27FC236}">
                <a16:creationId xmlns:a16="http://schemas.microsoft.com/office/drawing/2014/main" id="{174BDAA1-EBAD-1C14-A607-A8737561BCFE}"/>
              </a:ext>
            </a:extLst>
          </p:cNvPr>
          <p:cNvSpPr/>
          <p:nvPr/>
        </p:nvSpPr>
        <p:spPr>
          <a:xfrm>
            <a:off x="6448425" y="6031232"/>
            <a:ext cx="508635" cy="31813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648395DD-57F5-8FDD-B2DE-B9007CD0A839}"/>
              </a:ext>
            </a:extLst>
          </p:cNvPr>
          <p:cNvSpPr/>
          <p:nvPr/>
        </p:nvSpPr>
        <p:spPr>
          <a:xfrm>
            <a:off x="6356271" y="6197689"/>
            <a:ext cx="238840" cy="43709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40873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ユーザー定義 2">
      <a:majorFont>
        <a:latin typeface="モボ-Bold"/>
        <a:ea typeface="モボ-Bold"/>
        <a:cs typeface=""/>
      </a:majorFont>
      <a:minorFont>
        <a:latin typeface="モボ-Regular"/>
        <a:ea typeface="モボ-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1151</TotalTime>
  <Words>148</Words>
  <Application>Microsoft Office PowerPoint</Application>
  <PresentationFormat>ワイド画面</PresentationFormat>
  <Paragraphs>48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モボ-Bold</vt:lpstr>
      <vt:lpstr>モボ-Regular</vt:lpstr>
      <vt:lpstr>モボ-SemiBold</vt:lpstr>
      <vt:lpstr>游ゴシック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山崎 承太郎</dc:creator>
  <cp:lastModifiedBy>山崎承太郎</cp:lastModifiedBy>
  <cp:revision>334</cp:revision>
  <dcterms:created xsi:type="dcterms:W3CDTF">2026-02-11T13:10:54Z</dcterms:created>
  <dcterms:modified xsi:type="dcterms:W3CDTF">2026-02-16T08:48:50Z</dcterms:modified>
</cp:coreProperties>
</file>