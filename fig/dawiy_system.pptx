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701" autoAdjust="0"/>
  </p:normalViewPr>
  <p:slideViewPr>
    <p:cSldViewPr snapToGrid="0">
      <p:cViewPr varScale="1">
        <p:scale>
          <a:sx n="87" d="100"/>
          <a:sy n="87" d="100"/>
        </p:scale>
        <p:origin x="499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53FA6F-AB6C-4E91-904D-1F00501D0D8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D73AE9-EB4C-40F1-A1EA-06358D38FA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2410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D73AE9-EB4C-40F1-A1EA-06358D38FA48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4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20650C-46EC-099C-E78F-9E63849D52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B82E29-FD1D-C2AF-75EE-BD9981621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8A8CE2-B53A-8289-9175-8FE69CF5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D79CFB-FF8E-80EB-F03E-47EE62E67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0D28CB-151B-18BA-B90F-4E2581823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4333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F84F9-3F7B-6262-2819-86BD8687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D497D4C-5137-D310-F9BB-8FFEB009C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032551-A3B0-2CD5-A659-0E29D64A0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02D7F1-153C-3DB2-D70C-6C9E2C21C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533127-418B-F8EF-23B1-7E75E9141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6605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0631D1-A023-82EE-9B4A-CCA06A0C8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86CC1E-4147-625A-5E43-25BA28385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E8C89E-15FA-9647-CB4E-5283A75FD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9CCADD-47DB-1A91-B9D6-D88841E68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D1A1E4-EF2B-6161-FCEF-3D9B4C94B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512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0B34CD-86DB-60D6-2619-4E564FD49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460FBC-94DD-2759-64D5-1B3DA6EB87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D31DDBF-3678-D185-88A5-8F41B95A35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45586B-E760-C674-0112-0194CE4C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FBAD4-3246-E671-AA90-0ABD5E992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1DE914-44E2-732A-97E8-077E41DE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64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9E51E7-1F52-6E6C-332E-C48CDDE46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67CF4BD-75BC-D281-3D56-4FA6F6E13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B3519B-2945-8D02-14BD-8B57096C1A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9EEDE3B-2E92-BC85-1921-F9BCF1BD5C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B1C54C-970B-3756-8179-242C057F19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A1B3FC6-8AF7-0917-3292-8E8BD46B0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4D208DF-6B8F-F02D-5628-38A26CDF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752DB6-A4F9-A033-8496-4F1D07F8C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974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6D887-15AC-725C-2D54-840CC1C0D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DF78170-1055-741E-0D7B-1BECA973E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DF216CB-2717-DBEC-B41A-2FC1DFC92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ADDC37-63DF-8284-AD7B-4AF89272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8925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43E88CD-04C7-F97A-0CFF-3E909115F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241A65D-936C-D839-8ABE-665D2D145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F135A6-253E-2AEB-FB94-88E6125D0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843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B0C663-B07C-4FB9-E2C9-FF3992669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316E0-84CF-528D-CFE5-5382F2F37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223B72-D436-8318-735B-732FB654CC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367B9A-405A-DE29-1F35-B480C3A94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D01C19F-9EA3-EC0D-09AC-22F26183F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83095F-F204-8F73-06D3-A04DF8FE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8445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8296B-0F1F-F9AD-7320-4881DCBD8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9433F5D-C342-8B51-C629-520DC1AF2A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62B7A06-BD93-6F2E-7CE8-A70EED1CC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C3D63F-51C0-63AB-5240-85C5BFBC0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39CBDF4-ADF0-1363-FA4C-2928BD950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0E2BF0-83CB-9154-59AA-99A338555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40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4FBFF5-C083-AB8D-9D12-5F7903CE3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84B450C-5C86-0EF0-1528-D6D417C2B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08722-81F3-5627-5A02-242316EE0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9FF381-2369-C3E4-0A22-51DA249CD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5B561B-A461-6FC6-0F1D-016B8A662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90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468E92D-1071-4CA3-BCB5-D4BFA2790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3D7FC6-6224-570B-C1A6-B2641D022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309A82-B53E-F0ED-C2E7-398C33EDF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943F-D0C8-4344-5B0A-B2678FFF0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F55E0F-47DD-744F-9477-1C534BA2E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0111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F7E6D97-4FDC-3A14-B91E-CE8BBE617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8D2FA9-7089-9B21-FC48-6DBEF361B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9CB5A1-6277-AF3E-6A17-CD9D345C4B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288E67-BDEA-0011-D435-5B12543276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07D326-C0C3-07D8-9986-FDC965F4B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397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1" name="グループ化 590">
            <a:extLst>
              <a:ext uri="{FF2B5EF4-FFF2-40B4-BE49-F238E27FC236}">
                <a16:creationId xmlns:a16="http://schemas.microsoft.com/office/drawing/2014/main" id="{2D9C0ACB-CFC7-5BE5-EBB3-AADFD3A96955}"/>
              </a:ext>
            </a:extLst>
          </p:cNvPr>
          <p:cNvGrpSpPr/>
          <p:nvPr/>
        </p:nvGrpSpPr>
        <p:grpSpPr>
          <a:xfrm>
            <a:off x="346198" y="45609"/>
            <a:ext cx="11505830" cy="6756785"/>
            <a:chOff x="258278" y="45609"/>
            <a:chExt cx="11505830" cy="6756785"/>
          </a:xfrm>
        </p:grpSpPr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AA080D4A-8262-FFD2-5FA1-2BF23E60CA2E}"/>
                </a:ext>
              </a:extLst>
            </p:cNvPr>
            <p:cNvCxnSpPr>
              <a:cxnSpLocks/>
            </p:cNvCxnSpPr>
            <p:nvPr/>
          </p:nvCxnSpPr>
          <p:spPr>
            <a:xfrm>
              <a:off x="6848717" y="295975"/>
              <a:ext cx="0" cy="6400800"/>
            </a:xfrm>
            <a:prstGeom prst="line">
              <a:avLst/>
            </a:prstGeom>
            <a:ln w="38100"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A3243F7A-5EE0-9E95-6F19-3F33018A333B}"/>
                </a:ext>
              </a:extLst>
            </p:cNvPr>
            <p:cNvCxnSpPr>
              <a:cxnSpLocks/>
            </p:cNvCxnSpPr>
            <p:nvPr/>
          </p:nvCxnSpPr>
          <p:spPr>
            <a:xfrm>
              <a:off x="3481347" y="295975"/>
              <a:ext cx="0" cy="6379142"/>
            </a:xfrm>
            <a:prstGeom prst="line">
              <a:avLst/>
            </a:prstGeom>
            <a:ln w="38100"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376D9E73-9C86-B550-F4AA-C20B383AB7B1}"/>
                </a:ext>
              </a:extLst>
            </p:cNvPr>
            <p:cNvSpPr/>
            <p:nvPr/>
          </p:nvSpPr>
          <p:spPr>
            <a:xfrm>
              <a:off x="258278" y="295975"/>
              <a:ext cx="11505830" cy="6400800"/>
            </a:xfrm>
            <a:prstGeom prst="roundRect">
              <a:avLst>
                <a:gd name="adj" fmla="val 3492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6C305193-95D7-97F1-B845-07621810924F}"/>
                </a:ext>
              </a:extLst>
            </p:cNvPr>
            <p:cNvSpPr/>
            <p:nvPr/>
          </p:nvSpPr>
          <p:spPr>
            <a:xfrm>
              <a:off x="5500069" y="6417383"/>
              <a:ext cx="1191861" cy="38501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DAWIY</a:t>
              </a:r>
              <a:endParaRPr lang="ja-JP" altLang="en-US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3877D7A3-0608-77C0-4522-E3947CAD7110}"/>
                </a:ext>
              </a:extLst>
            </p:cNvPr>
            <p:cNvSpPr/>
            <p:nvPr/>
          </p:nvSpPr>
          <p:spPr>
            <a:xfrm>
              <a:off x="1295255" y="45609"/>
              <a:ext cx="1182502" cy="395437"/>
            </a:xfrm>
            <a:prstGeom prst="roundRect">
              <a:avLst>
                <a:gd name="adj" fmla="val 27984"/>
              </a:avLst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>
                  <a:solidFill>
                    <a:schemeClr val="tx1"/>
                  </a:solidFill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入力層</a:t>
              </a:r>
              <a:endParaRPr lang="ja-JP" altLang="en-US" sz="1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D6EAD422-2DBC-F522-427E-A3C97F4F2B61}"/>
                </a:ext>
              </a:extLst>
            </p:cNvPr>
            <p:cNvSpPr/>
            <p:nvPr/>
          </p:nvSpPr>
          <p:spPr>
            <a:xfrm>
              <a:off x="4482653" y="49310"/>
              <a:ext cx="1244162" cy="395437"/>
            </a:xfrm>
            <a:prstGeom prst="roundRect">
              <a:avLst>
                <a:gd name="adj" fmla="val 27984"/>
              </a:avLst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>
                  <a:solidFill>
                    <a:schemeClr val="tx1"/>
                  </a:solidFill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処理層</a:t>
              </a:r>
              <a:endParaRPr lang="ja-JP" altLang="en-US" sz="1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4BC3B129-CFA4-020E-112E-DA7B80B44F33}"/>
                </a:ext>
              </a:extLst>
            </p:cNvPr>
            <p:cNvSpPr/>
            <p:nvPr/>
          </p:nvSpPr>
          <p:spPr>
            <a:xfrm>
              <a:off x="8548382" y="47589"/>
              <a:ext cx="1244162" cy="395437"/>
            </a:xfrm>
            <a:prstGeom prst="roundRect">
              <a:avLst>
                <a:gd name="adj" fmla="val 27984"/>
              </a:avLst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dirty="0">
                  <a:solidFill>
                    <a:schemeClr val="tx1"/>
                  </a:solidFill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出力層</a:t>
              </a:r>
              <a:endParaRPr lang="ja-JP" altLang="en-US" sz="1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6C7F1EF0-13C4-8CF4-9690-651CD77F07D2}"/>
                </a:ext>
              </a:extLst>
            </p:cNvPr>
            <p:cNvSpPr/>
            <p:nvPr/>
          </p:nvSpPr>
          <p:spPr>
            <a:xfrm>
              <a:off x="503232" y="1154293"/>
              <a:ext cx="2694569" cy="1549799"/>
            </a:xfrm>
            <a:prstGeom prst="roundRect">
              <a:avLst>
                <a:gd name="adj" fmla="val 13218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11" name="グラフィックス 10" descr="音声 単色塗りつぶし">
              <a:extLst>
                <a:ext uri="{FF2B5EF4-FFF2-40B4-BE49-F238E27FC236}">
                  <a16:creationId xmlns:a16="http://schemas.microsoft.com/office/drawing/2014/main" id="{52EAF453-CAB2-3F73-DCDA-7FCCD653B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4032" y="1009460"/>
              <a:ext cx="1079379" cy="1215157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07B90BC-DF8D-0F6A-EF12-BEE40C1A6EFD}"/>
                </a:ext>
              </a:extLst>
            </p:cNvPr>
            <p:cNvSpPr txBox="1"/>
            <p:nvPr/>
          </p:nvSpPr>
          <p:spPr>
            <a:xfrm>
              <a:off x="1671217" y="1305997"/>
              <a:ext cx="1661137" cy="610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kumimoji="1" lang="ja-JP" altLang="en-US" sz="1400" dirty="0"/>
                <a:t>オーディオ</a:t>
              </a:r>
              <a:endParaRPr kumimoji="1" lang="en-US" altLang="ja-JP" sz="1400" dirty="0"/>
            </a:p>
            <a:p>
              <a:pPr>
                <a:lnSpc>
                  <a:spcPct val="125000"/>
                </a:lnSpc>
              </a:pPr>
              <a:r>
                <a:rPr kumimoji="1" lang="ja-JP" altLang="en-US" sz="1400" dirty="0"/>
                <a:t>（</a:t>
              </a:r>
              <a:r>
                <a:rPr kumimoji="1" lang="en-US" altLang="ja-JP" sz="1400" dirty="0"/>
                <a:t>.wav, .mp3</a:t>
              </a:r>
              <a:r>
                <a:rPr lang="ja-JP" altLang="en-US" sz="1400" dirty="0"/>
                <a:t>等</a:t>
              </a:r>
              <a:r>
                <a:rPr kumimoji="1" lang="ja-JP" altLang="en-US" sz="1400" dirty="0"/>
                <a:t>）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51717A85-E68A-215C-031E-EBBC32AC8EC7}"/>
                </a:ext>
              </a:extLst>
            </p:cNvPr>
            <p:cNvSpPr txBox="1"/>
            <p:nvPr/>
          </p:nvSpPr>
          <p:spPr>
            <a:xfrm>
              <a:off x="713496" y="1983073"/>
              <a:ext cx="968831" cy="610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altLang="ja-JP" sz="1400" dirty="0"/>
                <a:t>MIDI</a:t>
              </a:r>
              <a:endParaRPr kumimoji="1" lang="en-US" altLang="ja-JP" sz="1400" dirty="0"/>
            </a:p>
            <a:p>
              <a:pPr>
                <a:lnSpc>
                  <a:spcPct val="125000"/>
                </a:lnSpc>
              </a:pPr>
              <a:r>
                <a:rPr kumimoji="1" lang="ja-JP" altLang="en-US" sz="1400" dirty="0"/>
                <a:t>（</a:t>
              </a:r>
              <a:r>
                <a:rPr kumimoji="1" lang="en-US" altLang="ja-JP" sz="1400" dirty="0"/>
                <a:t>.mid</a:t>
              </a:r>
              <a:r>
                <a:rPr kumimoji="1" lang="ja-JP" altLang="en-US" sz="1400" dirty="0"/>
                <a:t>）</a:t>
              </a:r>
            </a:p>
          </p:txBody>
        </p:sp>
        <p:sp>
          <p:nvSpPr>
            <p:cNvPr id="52" name="四角形: 角を丸くする 51">
              <a:extLst>
                <a:ext uri="{FF2B5EF4-FFF2-40B4-BE49-F238E27FC236}">
                  <a16:creationId xmlns:a16="http://schemas.microsoft.com/office/drawing/2014/main" id="{0E2BBB29-A8EE-DCA6-5992-B1E3715BEA00}"/>
                </a:ext>
              </a:extLst>
            </p:cNvPr>
            <p:cNvSpPr/>
            <p:nvPr/>
          </p:nvSpPr>
          <p:spPr>
            <a:xfrm>
              <a:off x="498261" y="2850872"/>
              <a:ext cx="2694569" cy="1097863"/>
            </a:xfrm>
            <a:prstGeom prst="roundRect">
              <a:avLst>
                <a:gd name="adj" fmla="val 13218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23" name="グラフィックス 22" descr="紙 枠線">
              <a:extLst>
                <a:ext uri="{FF2B5EF4-FFF2-40B4-BE49-F238E27FC236}">
                  <a16:creationId xmlns:a16="http://schemas.microsoft.com/office/drawing/2014/main" id="{80AE065D-4747-88BF-D704-15C345A26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72071" y="2922235"/>
              <a:ext cx="899785" cy="919049"/>
            </a:xfrm>
            <a:prstGeom prst="rect">
              <a:avLst/>
            </a:prstGeom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53D53D6F-BA6A-A893-09E4-B351E1462436}"/>
                </a:ext>
              </a:extLst>
            </p:cNvPr>
            <p:cNvGrpSpPr/>
            <p:nvPr/>
          </p:nvGrpSpPr>
          <p:grpSpPr>
            <a:xfrm>
              <a:off x="882422" y="3236290"/>
              <a:ext cx="480114" cy="444491"/>
              <a:chOff x="789711" y="2943782"/>
              <a:chExt cx="641396" cy="530005"/>
            </a:xfrm>
          </p:grpSpPr>
          <p:pic>
            <p:nvPicPr>
              <p:cNvPr id="48" name="グラフィックス 47" descr="矢印: 反時計回りの曲線 単色塗りつぶし">
                <a:extLst>
                  <a:ext uri="{FF2B5EF4-FFF2-40B4-BE49-F238E27FC236}">
                    <a16:creationId xmlns:a16="http://schemas.microsoft.com/office/drawing/2014/main" id="{729BDC3D-4405-1256-63B4-EA7892614E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17376736">
                <a:off x="867720" y="2865773"/>
                <a:ext cx="451321" cy="607340"/>
              </a:xfrm>
              <a:prstGeom prst="rect">
                <a:avLst/>
              </a:prstGeom>
            </p:spPr>
          </p:pic>
          <p:pic>
            <p:nvPicPr>
              <p:cNvPr id="49" name="グラフィックス 48" descr="矢印: 反時計回りの曲線 単色塗りつぶし">
                <a:extLst>
                  <a:ext uri="{FF2B5EF4-FFF2-40B4-BE49-F238E27FC236}">
                    <a16:creationId xmlns:a16="http://schemas.microsoft.com/office/drawing/2014/main" id="{398E03FA-B7A0-BC26-99BB-DD526A6248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6212480">
                <a:off x="928411" y="2971090"/>
                <a:ext cx="398052" cy="607341"/>
              </a:xfrm>
              <a:prstGeom prst="rect">
                <a:avLst/>
              </a:prstGeom>
            </p:spPr>
          </p:pic>
        </p:grp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94A0C4B-D396-D3F3-DFF0-941D69E1C45F}"/>
                </a:ext>
              </a:extLst>
            </p:cNvPr>
            <p:cNvSpPr txBox="1"/>
            <p:nvPr/>
          </p:nvSpPr>
          <p:spPr>
            <a:xfrm>
              <a:off x="1349832" y="3103557"/>
              <a:ext cx="1943377" cy="610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altLang="ja-JP" sz="1400" dirty="0"/>
                <a:t>d</a:t>
              </a:r>
              <a:r>
                <a:rPr kumimoji="1" lang="en-US" altLang="ja-JP" sz="1400" dirty="0"/>
                <a:t>awproject</a:t>
              </a:r>
              <a:r>
                <a:rPr kumimoji="1" lang="ja-JP" altLang="en-US" sz="1400" dirty="0"/>
                <a:t>ファイル</a:t>
              </a:r>
              <a:endParaRPr kumimoji="1" lang="en-US" altLang="ja-JP" sz="1400" dirty="0"/>
            </a:p>
            <a:p>
              <a:pPr>
                <a:lnSpc>
                  <a:spcPct val="125000"/>
                </a:lnSpc>
              </a:pPr>
              <a:r>
                <a:rPr lang="ja-JP" altLang="en-US" sz="1400" dirty="0"/>
                <a:t>（</a:t>
              </a:r>
              <a:r>
                <a:rPr lang="en-US" altLang="ja-JP" sz="1400" dirty="0"/>
                <a:t>.dawproject</a:t>
              </a:r>
              <a:r>
                <a:rPr lang="ja-JP" altLang="en-US" sz="1400" dirty="0"/>
                <a:t>）</a:t>
              </a:r>
              <a:endParaRPr kumimoji="1" lang="ja-JP" altLang="en-US" sz="1400" dirty="0"/>
            </a:p>
          </p:txBody>
        </p:sp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7D2DC783-396E-577D-DBE4-17ABE98C43D5}"/>
                </a:ext>
              </a:extLst>
            </p:cNvPr>
            <p:cNvSpPr/>
            <p:nvPr/>
          </p:nvSpPr>
          <p:spPr>
            <a:xfrm>
              <a:off x="505459" y="4097221"/>
              <a:ext cx="2694569" cy="1323578"/>
            </a:xfrm>
            <a:prstGeom prst="roundRect">
              <a:avLst>
                <a:gd name="adj" fmla="val 13218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55" name="グラフィックス 54" descr="ドキュメント 枠線">
              <a:extLst>
                <a:ext uri="{FF2B5EF4-FFF2-40B4-BE49-F238E27FC236}">
                  <a16:creationId xmlns:a16="http://schemas.microsoft.com/office/drawing/2014/main" id="{693A04AA-D447-6244-0A6C-F0DEC0D75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82440" y="4128197"/>
              <a:ext cx="890051" cy="890051"/>
            </a:xfrm>
            <a:prstGeom prst="rect">
              <a:avLst/>
            </a:prstGeom>
          </p:spPr>
        </p:pic>
        <p:pic>
          <p:nvPicPr>
            <p:cNvPr id="57" name="グラフィックス 56" descr="フォルダー 枠線">
              <a:extLst>
                <a:ext uri="{FF2B5EF4-FFF2-40B4-BE49-F238E27FC236}">
                  <a16:creationId xmlns:a16="http://schemas.microsoft.com/office/drawing/2014/main" id="{A19BA689-D2E3-3468-0070-CB7EC9B7C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064782" y="4109064"/>
              <a:ext cx="1017312" cy="1017312"/>
            </a:xfrm>
            <a:prstGeom prst="rect">
              <a:avLst/>
            </a:prstGeom>
          </p:spPr>
        </p:pic>
        <p:sp>
          <p:nvSpPr>
            <p:cNvPr id="58" name="四角形: 角を丸くする 57">
              <a:extLst>
                <a:ext uri="{FF2B5EF4-FFF2-40B4-BE49-F238E27FC236}">
                  <a16:creationId xmlns:a16="http://schemas.microsoft.com/office/drawing/2014/main" id="{4A21FF74-A707-99EF-1F98-700E339FE0EB}"/>
                </a:ext>
              </a:extLst>
            </p:cNvPr>
            <p:cNvSpPr/>
            <p:nvPr/>
          </p:nvSpPr>
          <p:spPr>
            <a:xfrm>
              <a:off x="593012" y="4972817"/>
              <a:ext cx="1076146" cy="365537"/>
            </a:xfrm>
            <a:prstGeom prst="roundRect">
              <a:avLst>
                <a:gd name="adj" fmla="val 27984"/>
              </a:avLst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</a:rPr>
                <a:t>TypeScript</a:t>
              </a: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</a:rPr>
                <a:t>(.ts)</a:t>
              </a:r>
              <a:endParaRPr lang="ja-JP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59" name="四角形: 角を丸くする 58">
              <a:extLst>
                <a:ext uri="{FF2B5EF4-FFF2-40B4-BE49-F238E27FC236}">
                  <a16:creationId xmlns:a16="http://schemas.microsoft.com/office/drawing/2014/main" id="{95F6E4F3-B985-3168-855F-5A31B64B4F67}"/>
                </a:ext>
              </a:extLst>
            </p:cNvPr>
            <p:cNvSpPr/>
            <p:nvPr/>
          </p:nvSpPr>
          <p:spPr>
            <a:xfrm>
              <a:off x="2004166" y="4967253"/>
              <a:ext cx="1138544" cy="365537"/>
            </a:xfrm>
            <a:prstGeom prst="roundRect">
              <a:avLst>
                <a:gd name="adj" fmla="val 27984"/>
              </a:avLst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</a:rPr>
                <a:t>Zip</a:t>
              </a:r>
              <a:r>
                <a:rPr lang="ja-JP" altLang="en-US" sz="1200" dirty="0">
                  <a:solidFill>
                    <a:schemeClr val="tx1"/>
                  </a:solidFill>
                </a:rPr>
                <a:t>ファイル</a:t>
              </a:r>
              <a:endParaRPr lang="en-US" altLang="ja-JP" sz="1200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</a:rPr>
                <a:t>(.zip)</a:t>
              </a:r>
              <a:endParaRPr lang="ja-JP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0641BFC4-3A40-23CE-49C3-DA8570EF8236}"/>
                </a:ext>
              </a:extLst>
            </p:cNvPr>
            <p:cNvCxnSpPr>
              <a:cxnSpLocks/>
            </p:cNvCxnSpPr>
            <p:nvPr/>
          </p:nvCxnSpPr>
          <p:spPr>
            <a:xfrm>
              <a:off x="2269089" y="4626610"/>
              <a:ext cx="706052" cy="0"/>
            </a:xfrm>
            <a:prstGeom prst="line">
              <a:avLst/>
            </a:prstGeom>
            <a:ln w="635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a16:creationId xmlns:a16="http://schemas.microsoft.com/office/drawing/2014/main" id="{588F2860-EA7E-62C3-A78F-0D9786D8C4E3}"/>
                </a:ext>
              </a:extLst>
            </p:cNvPr>
            <p:cNvCxnSpPr>
              <a:cxnSpLocks/>
            </p:cNvCxnSpPr>
            <p:nvPr/>
          </p:nvCxnSpPr>
          <p:spPr>
            <a:xfrm>
              <a:off x="2206072" y="4687570"/>
              <a:ext cx="706052" cy="0"/>
            </a:xfrm>
            <a:prstGeom prst="line">
              <a:avLst/>
            </a:prstGeom>
            <a:ln w="635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65C49B3B-466C-DF46-C03C-D9B8B55EE943}"/>
                </a:ext>
              </a:extLst>
            </p:cNvPr>
            <p:cNvCxnSpPr>
              <a:cxnSpLocks/>
            </p:cNvCxnSpPr>
            <p:nvPr/>
          </p:nvCxnSpPr>
          <p:spPr>
            <a:xfrm>
              <a:off x="1646315" y="4664749"/>
              <a:ext cx="355600" cy="0"/>
            </a:xfrm>
            <a:prstGeom prst="straightConnector1">
              <a:avLst/>
            </a:prstGeom>
            <a:ln w="76200">
              <a:solidFill>
                <a:schemeClr val="bg1">
                  <a:lumMod val="65000"/>
                </a:schemeClr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四角形: 角を丸くする 66">
              <a:extLst>
                <a:ext uri="{FF2B5EF4-FFF2-40B4-BE49-F238E27FC236}">
                  <a16:creationId xmlns:a16="http://schemas.microsoft.com/office/drawing/2014/main" id="{464E76A0-4AC1-4C93-1F88-8E411CFD1844}"/>
                </a:ext>
              </a:extLst>
            </p:cNvPr>
            <p:cNvSpPr/>
            <p:nvPr/>
          </p:nvSpPr>
          <p:spPr>
            <a:xfrm>
              <a:off x="505522" y="5564279"/>
              <a:ext cx="2694569" cy="970054"/>
            </a:xfrm>
            <a:prstGeom prst="roundRect">
              <a:avLst>
                <a:gd name="adj" fmla="val 13218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68" name="グラフィックス 67" descr="紙 枠線">
              <a:extLst>
                <a:ext uri="{FF2B5EF4-FFF2-40B4-BE49-F238E27FC236}">
                  <a16:creationId xmlns:a16="http://schemas.microsoft.com/office/drawing/2014/main" id="{5A48CB32-742C-1963-CF50-EAC4D98B1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79690" y="5587538"/>
              <a:ext cx="899785" cy="919049"/>
            </a:xfrm>
            <a:prstGeom prst="rect">
              <a:avLst/>
            </a:prstGeom>
          </p:spPr>
        </p:pic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8CFAE632-960B-603A-E296-82D64B761DCE}"/>
                </a:ext>
              </a:extLst>
            </p:cNvPr>
            <p:cNvSpPr txBox="1"/>
            <p:nvPr/>
          </p:nvSpPr>
          <p:spPr>
            <a:xfrm>
              <a:off x="1406806" y="5756513"/>
              <a:ext cx="1660294" cy="610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ja-JP" altLang="en-US" sz="1400" dirty="0"/>
                <a:t>プラグインで拡張</a:t>
              </a:r>
              <a:endParaRPr lang="en-US" altLang="ja-JP" sz="1400" dirty="0"/>
            </a:p>
            <a:p>
              <a:pPr>
                <a:lnSpc>
                  <a:spcPct val="125000"/>
                </a:lnSpc>
              </a:pPr>
              <a:r>
                <a:rPr lang="ja-JP" altLang="en-US" sz="1400" dirty="0"/>
                <a:t>（形式は自由）</a:t>
              </a:r>
              <a:endParaRPr kumimoji="1" lang="ja-JP" altLang="en-US" sz="1400" dirty="0"/>
            </a:p>
          </p:txBody>
        </p:sp>
        <p:sp>
          <p:nvSpPr>
            <p:cNvPr id="71" name="テキスト ボックス 70">
              <a:extLst>
                <a:ext uri="{FF2B5EF4-FFF2-40B4-BE49-F238E27FC236}">
                  <a16:creationId xmlns:a16="http://schemas.microsoft.com/office/drawing/2014/main" id="{8EFD40DF-A620-8DB0-044B-C731B86FC67E}"/>
                </a:ext>
              </a:extLst>
            </p:cNvPr>
            <p:cNvSpPr txBox="1"/>
            <p:nvPr/>
          </p:nvSpPr>
          <p:spPr>
            <a:xfrm>
              <a:off x="911651" y="5841852"/>
              <a:ext cx="42062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>
                  <a:latin typeface="+mj-ea"/>
                  <a:ea typeface="+mj-ea"/>
                </a:rPr>
                <a:t>？</a:t>
              </a:r>
            </a:p>
          </p:txBody>
        </p: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1CC2F722-7067-8B6A-4567-A8D074E84883}"/>
                </a:ext>
              </a:extLst>
            </p:cNvPr>
            <p:cNvCxnSpPr>
              <a:cxnSpLocks/>
            </p:cNvCxnSpPr>
            <p:nvPr/>
          </p:nvCxnSpPr>
          <p:spPr>
            <a:xfrm>
              <a:off x="3207648" y="1949412"/>
              <a:ext cx="861305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四角形: 角を丸くする 75">
              <a:extLst>
                <a:ext uri="{FF2B5EF4-FFF2-40B4-BE49-F238E27FC236}">
                  <a16:creationId xmlns:a16="http://schemas.microsoft.com/office/drawing/2014/main" id="{CF62A75F-D297-BF06-9966-2E371717CC0D}"/>
                </a:ext>
              </a:extLst>
            </p:cNvPr>
            <p:cNvSpPr/>
            <p:nvPr/>
          </p:nvSpPr>
          <p:spPr>
            <a:xfrm>
              <a:off x="4145848" y="1017300"/>
              <a:ext cx="1861652" cy="1868139"/>
            </a:xfrm>
            <a:prstGeom prst="roundRect">
              <a:avLst>
                <a:gd name="adj" fmla="val 13218"/>
              </a:avLst>
            </a:prstGeom>
            <a:noFill/>
            <a:ln w="57150" cap="rnd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B1B7202A-16A1-76E7-A3BE-A23D424CB111}"/>
                </a:ext>
              </a:extLst>
            </p:cNvPr>
            <p:cNvSpPr/>
            <p:nvPr/>
          </p:nvSpPr>
          <p:spPr>
            <a:xfrm>
              <a:off x="4364931" y="2293748"/>
              <a:ext cx="889207" cy="43829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BE4E9F9D-58D8-6C2F-586D-AE4FE65C2BFB}"/>
                </a:ext>
              </a:extLst>
            </p:cNvPr>
            <p:cNvSpPr/>
            <p:nvPr/>
          </p:nvSpPr>
          <p:spPr>
            <a:xfrm>
              <a:off x="4922638" y="1765949"/>
              <a:ext cx="889207" cy="43829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0" name="グラフィックス 79" descr="音声 単色塗りつぶし">
              <a:extLst>
                <a:ext uri="{FF2B5EF4-FFF2-40B4-BE49-F238E27FC236}">
                  <a16:creationId xmlns:a16="http://schemas.microsoft.com/office/drawing/2014/main" id="{F30FD65E-DD67-1B97-D295-B1A3D97C0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58314" y="1788350"/>
              <a:ext cx="389271" cy="389271"/>
            </a:xfrm>
            <a:prstGeom prst="rect">
              <a:avLst/>
            </a:prstGeom>
          </p:spPr>
        </p:pic>
        <p:pic>
          <p:nvPicPr>
            <p:cNvPr id="81" name="グラフィックス 80" descr="音声 単色塗りつぶし">
              <a:extLst>
                <a:ext uri="{FF2B5EF4-FFF2-40B4-BE49-F238E27FC236}">
                  <a16:creationId xmlns:a16="http://schemas.microsoft.com/office/drawing/2014/main" id="{6114596F-C061-4773-EDDD-AA76821E0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71750" y="1790889"/>
              <a:ext cx="389271" cy="389271"/>
            </a:xfrm>
            <a:prstGeom prst="rect">
              <a:avLst/>
            </a:prstGeom>
          </p:spPr>
        </p:pic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AAA3B747-FA64-2D59-D609-5897D0013F8C}"/>
                </a:ext>
              </a:extLst>
            </p:cNvPr>
            <p:cNvCxnSpPr>
              <a:cxnSpLocks/>
            </p:cNvCxnSpPr>
            <p:nvPr/>
          </p:nvCxnSpPr>
          <p:spPr>
            <a:xfrm>
              <a:off x="4401126" y="258818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a16:creationId xmlns:a16="http://schemas.microsoft.com/office/drawing/2014/main" id="{570F2092-7EDF-B3A1-2E23-0CB936AAACE1}"/>
                </a:ext>
              </a:extLst>
            </p:cNvPr>
            <p:cNvCxnSpPr>
              <a:cxnSpLocks/>
            </p:cNvCxnSpPr>
            <p:nvPr/>
          </p:nvCxnSpPr>
          <p:spPr>
            <a:xfrm>
              <a:off x="4488756" y="255198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a16:creationId xmlns:a16="http://schemas.microsoft.com/office/drawing/2014/main" id="{F26932EB-6128-36F2-812D-EC1CE28356EA}"/>
                </a:ext>
              </a:extLst>
            </p:cNvPr>
            <p:cNvCxnSpPr>
              <a:cxnSpLocks/>
            </p:cNvCxnSpPr>
            <p:nvPr/>
          </p:nvCxnSpPr>
          <p:spPr>
            <a:xfrm>
              <a:off x="4580196" y="2508452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5792FF32-3446-B623-32DA-D95C5AAEB985}"/>
                </a:ext>
              </a:extLst>
            </p:cNvPr>
            <p:cNvCxnSpPr>
              <a:cxnSpLocks/>
            </p:cNvCxnSpPr>
            <p:nvPr/>
          </p:nvCxnSpPr>
          <p:spPr>
            <a:xfrm>
              <a:off x="4673541" y="247776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a16:creationId xmlns:a16="http://schemas.microsoft.com/office/drawing/2014/main" id="{A00F5A78-79FD-44A5-B82E-45BF476A3117}"/>
                </a:ext>
              </a:extLst>
            </p:cNvPr>
            <p:cNvCxnSpPr>
              <a:cxnSpLocks/>
            </p:cNvCxnSpPr>
            <p:nvPr/>
          </p:nvCxnSpPr>
          <p:spPr>
            <a:xfrm>
              <a:off x="4762453" y="2450491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8CE58461-ADB4-8B9E-056A-40DC69063CA1}"/>
                </a:ext>
              </a:extLst>
            </p:cNvPr>
            <p:cNvCxnSpPr>
              <a:cxnSpLocks/>
            </p:cNvCxnSpPr>
            <p:nvPr/>
          </p:nvCxnSpPr>
          <p:spPr>
            <a:xfrm>
              <a:off x="4673541" y="258818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a16:creationId xmlns:a16="http://schemas.microsoft.com/office/drawing/2014/main" id="{24A80774-3BA1-6BF9-7ADE-00D471CD5AFE}"/>
                </a:ext>
              </a:extLst>
            </p:cNvPr>
            <p:cNvCxnSpPr>
              <a:cxnSpLocks/>
            </p:cNvCxnSpPr>
            <p:nvPr/>
          </p:nvCxnSpPr>
          <p:spPr>
            <a:xfrm>
              <a:off x="4853893" y="258818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81D5A8F6-63DA-0456-CC19-5F6AE68DDA83}"/>
                </a:ext>
              </a:extLst>
            </p:cNvPr>
            <p:cNvCxnSpPr>
              <a:cxnSpLocks/>
            </p:cNvCxnSpPr>
            <p:nvPr/>
          </p:nvCxnSpPr>
          <p:spPr>
            <a:xfrm>
              <a:off x="4762453" y="2532975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コネクタ 114">
              <a:extLst>
                <a:ext uri="{FF2B5EF4-FFF2-40B4-BE49-F238E27FC236}">
                  <a16:creationId xmlns:a16="http://schemas.microsoft.com/office/drawing/2014/main" id="{DACD3BA4-9DE5-BD51-5171-FA8A7BB930ED}"/>
                </a:ext>
              </a:extLst>
            </p:cNvPr>
            <p:cNvCxnSpPr>
              <a:cxnSpLocks/>
            </p:cNvCxnSpPr>
            <p:nvPr/>
          </p:nvCxnSpPr>
          <p:spPr>
            <a:xfrm>
              <a:off x="4945333" y="2413310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4F97C857-D5A7-BC0C-DBBE-6B83F02429E9}"/>
                </a:ext>
              </a:extLst>
            </p:cNvPr>
            <p:cNvCxnSpPr>
              <a:cxnSpLocks/>
            </p:cNvCxnSpPr>
            <p:nvPr/>
          </p:nvCxnSpPr>
          <p:spPr>
            <a:xfrm>
              <a:off x="4853893" y="249996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AC107E99-B814-9638-4B8D-CBEB17F231B5}"/>
                </a:ext>
              </a:extLst>
            </p:cNvPr>
            <p:cNvCxnSpPr>
              <a:cxnSpLocks/>
            </p:cNvCxnSpPr>
            <p:nvPr/>
          </p:nvCxnSpPr>
          <p:spPr>
            <a:xfrm>
              <a:off x="4401126" y="2425019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コネクタ 117">
              <a:extLst>
                <a:ext uri="{FF2B5EF4-FFF2-40B4-BE49-F238E27FC236}">
                  <a16:creationId xmlns:a16="http://schemas.microsoft.com/office/drawing/2014/main" id="{EFFA5FC6-6B09-3FDB-23C5-8007749ECEA4}"/>
                </a:ext>
              </a:extLst>
            </p:cNvPr>
            <p:cNvCxnSpPr>
              <a:cxnSpLocks/>
            </p:cNvCxnSpPr>
            <p:nvPr/>
          </p:nvCxnSpPr>
          <p:spPr>
            <a:xfrm>
              <a:off x="5035956" y="2508452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線コネクタ 122">
              <a:extLst>
                <a:ext uri="{FF2B5EF4-FFF2-40B4-BE49-F238E27FC236}">
                  <a16:creationId xmlns:a16="http://schemas.microsoft.com/office/drawing/2014/main" id="{A2961E79-4D19-0834-D91B-DE9164FD092B}"/>
                </a:ext>
              </a:extLst>
            </p:cNvPr>
            <p:cNvCxnSpPr>
              <a:cxnSpLocks/>
            </p:cNvCxnSpPr>
            <p:nvPr/>
          </p:nvCxnSpPr>
          <p:spPr>
            <a:xfrm>
              <a:off x="5133734" y="258818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a16:creationId xmlns:a16="http://schemas.microsoft.com/office/drawing/2014/main" id="{8F1DA131-FCAF-071D-0AE3-106CF57E055F}"/>
                </a:ext>
              </a:extLst>
            </p:cNvPr>
            <p:cNvCxnSpPr>
              <a:cxnSpLocks/>
            </p:cNvCxnSpPr>
            <p:nvPr/>
          </p:nvCxnSpPr>
          <p:spPr>
            <a:xfrm>
              <a:off x="4945333" y="2537617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テキスト ボックス 124">
              <a:extLst>
                <a:ext uri="{FF2B5EF4-FFF2-40B4-BE49-F238E27FC236}">
                  <a16:creationId xmlns:a16="http://schemas.microsoft.com/office/drawing/2014/main" id="{9158DAA7-F1AC-5D6B-C5A0-BF3A4F3D9529}"/>
                </a:ext>
              </a:extLst>
            </p:cNvPr>
            <p:cNvSpPr txBox="1"/>
            <p:nvPr/>
          </p:nvSpPr>
          <p:spPr>
            <a:xfrm>
              <a:off x="4196571" y="1130014"/>
              <a:ext cx="186164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/>
                <a:t>それぞれリージョン</a:t>
              </a:r>
              <a:endParaRPr kumimoji="1" lang="en-US" altLang="ja-JP" sz="1400" dirty="0"/>
            </a:p>
            <a:p>
              <a:r>
                <a:rPr kumimoji="1" lang="ja-JP" altLang="en-US" sz="1400" dirty="0"/>
                <a:t>（クリップ）に変換</a:t>
              </a:r>
            </a:p>
          </p:txBody>
        </p:sp>
        <p:cxnSp>
          <p:nvCxnSpPr>
            <p:cNvPr id="127" name="直線コネクタ 126">
              <a:extLst>
                <a:ext uri="{FF2B5EF4-FFF2-40B4-BE49-F238E27FC236}">
                  <a16:creationId xmlns:a16="http://schemas.microsoft.com/office/drawing/2014/main" id="{0B8D76AC-EBB1-E963-DACB-56B73158E319}"/>
                </a:ext>
              </a:extLst>
            </p:cNvPr>
            <p:cNvCxnSpPr>
              <a:cxnSpLocks/>
            </p:cNvCxnSpPr>
            <p:nvPr/>
          </p:nvCxnSpPr>
          <p:spPr>
            <a:xfrm>
              <a:off x="1646315" y="2043735"/>
              <a:ext cx="483336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コネクタ 129">
              <a:extLst>
                <a:ext uri="{FF2B5EF4-FFF2-40B4-BE49-F238E27FC236}">
                  <a16:creationId xmlns:a16="http://schemas.microsoft.com/office/drawing/2014/main" id="{19818BFB-119B-A5D4-0B30-0802B413C5A2}"/>
                </a:ext>
              </a:extLst>
            </p:cNvPr>
            <p:cNvCxnSpPr>
              <a:cxnSpLocks/>
            </p:cNvCxnSpPr>
            <p:nvPr/>
          </p:nvCxnSpPr>
          <p:spPr>
            <a:xfrm>
              <a:off x="2428788" y="2169465"/>
              <a:ext cx="483336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コネクタ 130">
              <a:extLst>
                <a:ext uri="{FF2B5EF4-FFF2-40B4-BE49-F238E27FC236}">
                  <a16:creationId xmlns:a16="http://schemas.microsoft.com/office/drawing/2014/main" id="{0C93C45E-A3A6-EFB0-9FC0-6361B1BDC4A2}"/>
                </a:ext>
              </a:extLst>
            </p:cNvPr>
            <p:cNvCxnSpPr>
              <a:cxnSpLocks/>
            </p:cNvCxnSpPr>
            <p:nvPr/>
          </p:nvCxnSpPr>
          <p:spPr>
            <a:xfrm>
              <a:off x="2037659" y="2284066"/>
              <a:ext cx="304685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コネクタ 132">
              <a:extLst>
                <a:ext uri="{FF2B5EF4-FFF2-40B4-BE49-F238E27FC236}">
                  <a16:creationId xmlns:a16="http://schemas.microsoft.com/office/drawing/2014/main" id="{8B3701AC-A759-D5C1-DBC9-E7DEE1D9ABCC}"/>
                </a:ext>
              </a:extLst>
            </p:cNvPr>
            <p:cNvCxnSpPr>
              <a:cxnSpLocks/>
            </p:cNvCxnSpPr>
            <p:nvPr/>
          </p:nvCxnSpPr>
          <p:spPr>
            <a:xfrm>
              <a:off x="2502479" y="2401177"/>
              <a:ext cx="304685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コネクタ 133">
              <a:extLst>
                <a:ext uri="{FF2B5EF4-FFF2-40B4-BE49-F238E27FC236}">
                  <a16:creationId xmlns:a16="http://schemas.microsoft.com/office/drawing/2014/main" id="{9421B6C9-55D9-1AF5-813B-3221DBD644DA}"/>
                </a:ext>
              </a:extLst>
            </p:cNvPr>
            <p:cNvCxnSpPr>
              <a:cxnSpLocks/>
            </p:cNvCxnSpPr>
            <p:nvPr/>
          </p:nvCxnSpPr>
          <p:spPr>
            <a:xfrm>
              <a:off x="1765300" y="2516452"/>
              <a:ext cx="474980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線矢印コネクタ 138">
              <a:extLst>
                <a:ext uri="{FF2B5EF4-FFF2-40B4-BE49-F238E27FC236}">
                  <a16:creationId xmlns:a16="http://schemas.microsoft.com/office/drawing/2014/main" id="{4B8DE086-B63D-7DD7-DFA5-682B8CF2F1E6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1957262"/>
              <a:ext cx="1171576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四角形: 角を丸くする 142">
              <a:extLst>
                <a:ext uri="{FF2B5EF4-FFF2-40B4-BE49-F238E27FC236}">
                  <a16:creationId xmlns:a16="http://schemas.microsoft.com/office/drawing/2014/main" id="{FBDF46E4-C487-CF9E-CC37-8FEC58ED6A60}"/>
                </a:ext>
              </a:extLst>
            </p:cNvPr>
            <p:cNvSpPr/>
            <p:nvPr/>
          </p:nvSpPr>
          <p:spPr>
            <a:xfrm>
              <a:off x="7335988" y="632230"/>
              <a:ext cx="4142516" cy="2663051"/>
            </a:xfrm>
            <a:prstGeom prst="roundRect">
              <a:avLst>
                <a:gd name="adj" fmla="val 3359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45" name="四角形: 角を丸くする 144">
              <a:extLst>
                <a:ext uri="{FF2B5EF4-FFF2-40B4-BE49-F238E27FC236}">
                  <a16:creationId xmlns:a16="http://schemas.microsoft.com/office/drawing/2014/main" id="{FDBF1BB0-4E00-EF5C-76C1-1040F210A809}"/>
                </a:ext>
              </a:extLst>
            </p:cNvPr>
            <p:cNvSpPr/>
            <p:nvPr/>
          </p:nvSpPr>
          <p:spPr>
            <a:xfrm>
              <a:off x="679690" y="670022"/>
              <a:ext cx="980860" cy="214255"/>
            </a:xfrm>
            <a:prstGeom prst="roundRect">
              <a:avLst>
                <a:gd name="adj" fmla="val 27984"/>
              </a:avLst>
            </a:prstGeom>
            <a:noFill/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 dirty="0">
                  <a:solidFill>
                    <a:schemeClr val="tx1"/>
                  </a:solidFill>
                </a:rPr>
                <a:t>ユーザ</a:t>
              </a:r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pic>
          <p:nvPicPr>
            <p:cNvPr id="146" name="グラフィックス 145" descr="ユーザー 枠線">
              <a:extLst>
                <a:ext uri="{FF2B5EF4-FFF2-40B4-BE49-F238E27FC236}">
                  <a16:creationId xmlns:a16="http://schemas.microsoft.com/office/drawing/2014/main" id="{89650453-5410-8D8D-4B7F-6BBD6C20F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476798" y="419423"/>
              <a:ext cx="736276" cy="734776"/>
            </a:xfrm>
            <a:prstGeom prst="rect">
              <a:avLst/>
            </a:prstGeom>
          </p:spPr>
        </p:pic>
        <p:cxnSp>
          <p:nvCxnSpPr>
            <p:cNvPr id="147" name="直線コネクタ 146">
              <a:extLst>
                <a:ext uri="{FF2B5EF4-FFF2-40B4-BE49-F238E27FC236}">
                  <a16:creationId xmlns:a16="http://schemas.microsoft.com/office/drawing/2014/main" id="{0222AB56-7415-6B24-5F0F-2EB7C7B20D13}"/>
                </a:ext>
              </a:extLst>
            </p:cNvPr>
            <p:cNvCxnSpPr>
              <a:cxnSpLocks/>
            </p:cNvCxnSpPr>
            <p:nvPr/>
          </p:nvCxnSpPr>
          <p:spPr>
            <a:xfrm>
              <a:off x="1844936" y="1055370"/>
              <a:ext cx="0" cy="9892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線コネクタ 149">
              <a:extLst>
                <a:ext uri="{FF2B5EF4-FFF2-40B4-BE49-F238E27FC236}">
                  <a16:creationId xmlns:a16="http://schemas.microsoft.com/office/drawing/2014/main" id="{B35AD921-48F6-0ADF-011D-4B7751A1185F}"/>
                </a:ext>
              </a:extLst>
            </p:cNvPr>
            <p:cNvCxnSpPr>
              <a:cxnSpLocks/>
            </p:cNvCxnSpPr>
            <p:nvPr/>
          </p:nvCxnSpPr>
          <p:spPr>
            <a:xfrm>
              <a:off x="1856687" y="2704092"/>
              <a:ext cx="0" cy="14483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線コネクタ 150">
              <a:extLst>
                <a:ext uri="{FF2B5EF4-FFF2-40B4-BE49-F238E27FC236}">
                  <a16:creationId xmlns:a16="http://schemas.microsoft.com/office/drawing/2014/main" id="{460E6460-73CE-B992-6893-FF3B6F90EC6F}"/>
                </a:ext>
              </a:extLst>
            </p:cNvPr>
            <p:cNvCxnSpPr>
              <a:cxnSpLocks/>
            </p:cNvCxnSpPr>
            <p:nvPr/>
          </p:nvCxnSpPr>
          <p:spPr>
            <a:xfrm>
              <a:off x="1862342" y="3948735"/>
              <a:ext cx="0" cy="14483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コネクタ 151">
              <a:extLst>
                <a:ext uri="{FF2B5EF4-FFF2-40B4-BE49-F238E27FC236}">
                  <a16:creationId xmlns:a16="http://schemas.microsoft.com/office/drawing/2014/main" id="{9ECA03AB-34EC-2747-844B-92AC6678E5F2}"/>
                </a:ext>
              </a:extLst>
            </p:cNvPr>
            <p:cNvCxnSpPr>
              <a:cxnSpLocks/>
            </p:cNvCxnSpPr>
            <p:nvPr/>
          </p:nvCxnSpPr>
          <p:spPr>
            <a:xfrm>
              <a:off x="1886506" y="5420799"/>
              <a:ext cx="0" cy="14483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線矢印コネクタ 153">
              <a:extLst>
                <a:ext uri="{FF2B5EF4-FFF2-40B4-BE49-F238E27FC236}">
                  <a16:creationId xmlns:a16="http://schemas.microsoft.com/office/drawing/2014/main" id="{9DC5BA02-A8F4-CA5C-4145-FC0B19F733F7}"/>
                </a:ext>
              </a:extLst>
            </p:cNvPr>
            <p:cNvCxnSpPr>
              <a:cxnSpLocks/>
            </p:cNvCxnSpPr>
            <p:nvPr/>
          </p:nvCxnSpPr>
          <p:spPr>
            <a:xfrm>
              <a:off x="2206072" y="825985"/>
              <a:ext cx="4261775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テキスト ボックス 155">
              <a:extLst>
                <a:ext uri="{FF2B5EF4-FFF2-40B4-BE49-F238E27FC236}">
                  <a16:creationId xmlns:a16="http://schemas.microsoft.com/office/drawing/2014/main" id="{FE4B1913-D1B1-F8B3-51F5-CF9DBAAB8D5B}"/>
                </a:ext>
              </a:extLst>
            </p:cNvPr>
            <p:cNvSpPr txBox="1"/>
            <p:nvPr/>
          </p:nvSpPr>
          <p:spPr>
            <a:xfrm>
              <a:off x="2143050" y="491130"/>
              <a:ext cx="12584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/>
                <a:t>マウス操作等</a:t>
              </a:r>
            </a:p>
          </p:txBody>
        </p: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CBF06058-0ED2-E54F-6257-323AE1B576C3}"/>
                </a:ext>
              </a:extLst>
            </p:cNvPr>
            <p:cNvSpPr txBox="1"/>
            <p:nvPr/>
          </p:nvSpPr>
          <p:spPr>
            <a:xfrm>
              <a:off x="4267090" y="478343"/>
              <a:ext cx="16263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/>
                <a:t>入力情報の処理</a:t>
              </a:r>
            </a:p>
          </p:txBody>
        </p:sp>
        <p:cxnSp>
          <p:nvCxnSpPr>
            <p:cNvPr id="163" name="直線矢印コネクタ 162">
              <a:extLst>
                <a:ext uri="{FF2B5EF4-FFF2-40B4-BE49-F238E27FC236}">
                  <a16:creationId xmlns:a16="http://schemas.microsoft.com/office/drawing/2014/main" id="{156BF09B-96EE-E2F9-D587-7E3A37037174}"/>
                </a:ext>
              </a:extLst>
            </p:cNvPr>
            <p:cNvCxnSpPr>
              <a:cxnSpLocks/>
            </p:cNvCxnSpPr>
            <p:nvPr/>
          </p:nvCxnSpPr>
          <p:spPr>
            <a:xfrm>
              <a:off x="3663452" y="3068243"/>
              <a:ext cx="2804395" cy="12927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線コネクタ 164">
              <a:extLst>
                <a:ext uri="{FF2B5EF4-FFF2-40B4-BE49-F238E27FC236}">
                  <a16:creationId xmlns:a16="http://schemas.microsoft.com/office/drawing/2014/main" id="{0D9AEB1C-87ED-402D-3DEE-9C9889124DD8}"/>
                </a:ext>
              </a:extLst>
            </p:cNvPr>
            <p:cNvCxnSpPr>
              <a:cxnSpLocks/>
            </p:cNvCxnSpPr>
            <p:nvPr/>
          </p:nvCxnSpPr>
          <p:spPr>
            <a:xfrm>
              <a:off x="3700032" y="3030855"/>
              <a:ext cx="0" cy="4080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線コネクタ 166">
              <a:extLst>
                <a:ext uri="{FF2B5EF4-FFF2-40B4-BE49-F238E27FC236}">
                  <a16:creationId xmlns:a16="http://schemas.microsoft.com/office/drawing/2014/main" id="{FC0E2071-A865-F3A3-1C3D-B5F56D8C7C66}"/>
                </a:ext>
              </a:extLst>
            </p:cNvPr>
            <p:cNvCxnSpPr>
              <a:cxnSpLocks/>
            </p:cNvCxnSpPr>
            <p:nvPr/>
          </p:nvCxnSpPr>
          <p:spPr>
            <a:xfrm>
              <a:off x="3203786" y="3399859"/>
              <a:ext cx="528109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" name="テキスト ボックス 173">
              <a:extLst>
                <a:ext uri="{FF2B5EF4-FFF2-40B4-BE49-F238E27FC236}">
                  <a16:creationId xmlns:a16="http://schemas.microsoft.com/office/drawing/2014/main" id="{C427B8DE-6549-0D80-18E9-9DAE53B8BABA}"/>
                </a:ext>
              </a:extLst>
            </p:cNvPr>
            <p:cNvSpPr txBox="1"/>
            <p:nvPr/>
          </p:nvSpPr>
          <p:spPr>
            <a:xfrm>
              <a:off x="3590437" y="3126856"/>
              <a:ext cx="23920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/>
                <a:t>ファイルを解釈して展開</a:t>
              </a:r>
            </a:p>
          </p:txBody>
        </p:sp>
        <p:cxnSp>
          <p:nvCxnSpPr>
            <p:cNvPr id="175" name="直線矢印コネクタ 174">
              <a:extLst>
                <a:ext uri="{FF2B5EF4-FFF2-40B4-BE49-F238E27FC236}">
                  <a16:creationId xmlns:a16="http://schemas.microsoft.com/office/drawing/2014/main" id="{D0D60B6C-8179-89D6-97CC-40ADB4E5F4D0}"/>
                </a:ext>
              </a:extLst>
            </p:cNvPr>
            <p:cNvCxnSpPr>
              <a:cxnSpLocks/>
            </p:cNvCxnSpPr>
            <p:nvPr/>
          </p:nvCxnSpPr>
          <p:spPr>
            <a:xfrm>
              <a:off x="7335988" y="1009460"/>
              <a:ext cx="414251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78" name="グラフィックス 177" descr="再生 単色塗りつぶし">
              <a:extLst>
                <a:ext uri="{FF2B5EF4-FFF2-40B4-BE49-F238E27FC236}">
                  <a16:creationId xmlns:a16="http://schemas.microsoft.com/office/drawing/2014/main" id="{BA5B5743-4285-6F58-81E9-84EC9C5DA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130831" y="667481"/>
              <a:ext cx="337532" cy="302704"/>
            </a:xfrm>
            <a:prstGeom prst="rect">
              <a:avLst/>
            </a:prstGeom>
          </p:spPr>
        </p:pic>
        <p:sp>
          <p:nvSpPr>
            <p:cNvPr id="179" name="楕円 178">
              <a:extLst>
                <a:ext uri="{FF2B5EF4-FFF2-40B4-BE49-F238E27FC236}">
                  <a16:creationId xmlns:a16="http://schemas.microsoft.com/office/drawing/2014/main" id="{4261461B-68DA-1ED8-08F9-4DED45653193}"/>
                </a:ext>
              </a:extLst>
            </p:cNvPr>
            <p:cNvSpPr/>
            <p:nvPr/>
          </p:nvSpPr>
          <p:spPr>
            <a:xfrm>
              <a:off x="8519275" y="711201"/>
              <a:ext cx="236107" cy="22981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81" name="グラフィックス 180" descr="繰り返し 枠線">
              <a:extLst>
                <a:ext uri="{FF2B5EF4-FFF2-40B4-BE49-F238E27FC236}">
                  <a16:creationId xmlns:a16="http://schemas.microsoft.com/office/drawing/2014/main" id="{13BD553C-A5BB-1A97-C26B-72AB5E7FB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rot="20190343" flipH="1">
              <a:off x="8844949" y="671431"/>
              <a:ext cx="306059" cy="309105"/>
            </a:xfrm>
            <a:prstGeom prst="rect">
              <a:avLst/>
            </a:prstGeom>
          </p:spPr>
        </p:pic>
        <p:pic>
          <p:nvPicPr>
            <p:cNvPr id="182" name="グラフィックス 181" descr="再生 単色塗りつぶし">
              <a:extLst>
                <a:ext uri="{FF2B5EF4-FFF2-40B4-BE49-F238E27FC236}">
                  <a16:creationId xmlns:a16="http://schemas.microsoft.com/office/drawing/2014/main" id="{BE64749D-3337-4A91-AFF2-A8A3F3538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flipH="1">
              <a:off x="7802094" y="670230"/>
              <a:ext cx="273958" cy="307615"/>
            </a:xfrm>
            <a:prstGeom prst="rect">
              <a:avLst/>
            </a:prstGeom>
          </p:spPr>
        </p:pic>
        <p:cxnSp>
          <p:nvCxnSpPr>
            <p:cNvPr id="184" name="直線コネクタ 183">
              <a:extLst>
                <a:ext uri="{FF2B5EF4-FFF2-40B4-BE49-F238E27FC236}">
                  <a16:creationId xmlns:a16="http://schemas.microsoft.com/office/drawing/2014/main" id="{82E366F8-2B40-5846-AE9B-4444F0026820}"/>
                </a:ext>
              </a:extLst>
            </p:cNvPr>
            <p:cNvCxnSpPr>
              <a:cxnSpLocks/>
            </p:cNvCxnSpPr>
            <p:nvPr/>
          </p:nvCxnSpPr>
          <p:spPr>
            <a:xfrm>
              <a:off x="7835900" y="706121"/>
              <a:ext cx="0" cy="22981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線コネクタ 185">
              <a:extLst>
                <a:ext uri="{FF2B5EF4-FFF2-40B4-BE49-F238E27FC236}">
                  <a16:creationId xmlns:a16="http://schemas.microsoft.com/office/drawing/2014/main" id="{894DF838-D415-B8A9-812E-B2C8286D84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55218" y="731305"/>
              <a:ext cx="21526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a16:creationId xmlns:a16="http://schemas.microsoft.com/office/drawing/2014/main" id="{68B5A989-7E56-7194-E08E-CD819707EC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58075" y="818833"/>
              <a:ext cx="212408" cy="28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a16:creationId xmlns:a16="http://schemas.microsoft.com/office/drawing/2014/main" id="{F8E0F7EA-4794-5589-8A62-36A1BD74C2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58075" y="906837"/>
              <a:ext cx="212408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矢印コネクタ 202">
              <a:extLst>
                <a:ext uri="{FF2B5EF4-FFF2-40B4-BE49-F238E27FC236}">
                  <a16:creationId xmlns:a16="http://schemas.microsoft.com/office/drawing/2014/main" id="{68EFD4E7-B7B8-64EF-116B-75A5F9C02FB7}"/>
                </a:ext>
              </a:extLst>
            </p:cNvPr>
            <p:cNvCxnSpPr>
              <a:cxnSpLocks/>
            </p:cNvCxnSpPr>
            <p:nvPr/>
          </p:nvCxnSpPr>
          <p:spPr>
            <a:xfrm>
              <a:off x="9266220" y="645962"/>
              <a:ext cx="0" cy="37133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矢印コネクタ 207">
              <a:extLst>
                <a:ext uri="{FF2B5EF4-FFF2-40B4-BE49-F238E27FC236}">
                  <a16:creationId xmlns:a16="http://schemas.microsoft.com/office/drawing/2014/main" id="{5D320D34-CF85-6510-AFC6-39A9F54845BD}"/>
                </a:ext>
              </a:extLst>
            </p:cNvPr>
            <p:cNvCxnSpPr>
              <a:cxnSpLocks/>
            </p:cNvCxnSpPr>
            <p:nvPr/>
          </p:nvCxnSpPr>
          <p:spPr>
            <a:xfrm>
              <a:off x="11177145" y="1017300"/>
              <a:ext cx="0" cy="22591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矢印コネクタ 217">
              <a:extLst>
                <a:ext uri="{FF2B5EF4-FFF2-40B4-BE49-F238E27FC236}">
                  <a16:creationId xmlns:a16="http://schemas.microsoft.com/office/drawing/2014/main" id="{3DB2D302-057E-98E1-05C2-F49D592FDF9B}"/>
                </a:ext>
              </a:extLst>
            </p:cNvPr>
            <p:cNvCxnSpPr>
              <a:cxnSpLocks/>
            </p:cNvCxnSpPr>
            <p:nvPr/>
          </p:nvCxnSpPr>
          <p:spPr>
            <a:xfrm>
              <a:off x="6428936" y="798907"/>
              <a:ext cx="0" cy="2279496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矢印コネクタ 228">
              <a:extLst>
                <a:ext uri="{FF2B5EF4-FFF2-40B4-BE49-F238E27FC236}">
                  <a16:creationId xmlns:a16="http://schemas.microsoft.com/office/drawing/2014/main" id="{74430B80-35D4-46E0-390E-AA4F61E5BB99}"/>
                </a:ext>
              </a:extLst>
            </p:cNvPr>
            <p:cNvCxnSpPr>
              <a:cxnSpLocks/>
            </p:cNvCxnSpPr>
            <p:nvPr/>
          </p:nvCxnSpPr>
          <p:spPr>
            <a:xfrm>
              <a:off x="8468363" y="1028730"/>
              <a:ext cx="0" cy="22794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矢印コネクタ 229">
              <a:extLst>
                <a:ext uri="{FF2B5EF4-FFF2-40B4-BE49-F238E27FC236}">
                  <a16:creationId xmlns:a16="http://schemas.microsoft.com/office/drawing/2014/main" id="{C7EAEAF2-6E8A-094F-A084-AD97EDFA2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35988" y="2605683"/>
              <a:ext cx="383493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線矢印コネクタ 232">
              <a:extLst>
                <a:ext uri="{FF2B5EF4-FFF2-40B4-BE49-F238E27FC236}">
                  <a16:creationId xmlns:a16="http://schemas.microsoft.com/office/drawing/2014/main" id="{2AFF6023-564F-0135-E034-473D7718A4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6973" y="1142642"/>
              <a:ext cx="383493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線矢印コネクタ 233">
              <a:extLst>
                <a:ext uri="{FF2B5EF4-FFF2-40B4-BE49-F238E27FC236}">
                  <a16:creationId xmlns:a16="http://schemas.microsoft.com/office/drawing/2014/main" id="{887F47B5-BF9F-7ADA-DB94-1DA64970BB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6973" y="1627561"/>
              <a:ext cx="383493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線矢印コネクタ 234">
              <a:extLst>
                <a:ext uri="{FF2B5EF4-FFF2-40B4-BE49-F238E27FC236}">
                  <a16:creationId xmlns:a16="http://schemas.microsoft.com/office/drawing/2014/main" id="{8A62AC14-ED47-E6CE-3B03-33B2A16FB3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6973" y="2118914"/>
              <a:ext cx="383493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6" name="テキスト ボックス 235">
              <a:extLst>
                <a:ext uri="{FF2B5EF4-FFF2-40B4-BE49-F238E27FC236}">
                  <a16:creationId xmlns:a16="http://schemas.microsoft.com/office/drawing/2014/main" id="{5571DE7F-F4E6-2195-E960-24D39E6095CB}"/>
                </a:ext>
              </a:extLst>
            </p:cNvPr>
            <p:cNvSpPr txBox="1"/>
            <p:nvPr/>
          </p:nvSpPr>
          <p:spPr>
            <a:xfrm>
              <a:off x="7331412" y="1242741"/>
              <a:ext cx="10459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>
                  <a:latin typeface="+mn-ea"/>
                </a:rPr>
                <a:t>トラック</a:t>
              </a:r>
              <a:r>
                <a:rPr kumimoji="1" lang="en-US" altLang="ja-JP" sz="1400" dirty="0">
                  <a:latin typeface="+mn-ea"/>
                </a:rPr>
                <a:t>1</a:t>
              </a:r>
              <a:endParaRPr kumimoji="1" lang="ja-JP" altLang="en-US" sz="1400" dirty="0">
                <a:latin typeface="+mn-ea"/>
              </a:endParaRPr>
            </a:p>
          </p:txBody>
        </p:sp>
        <p:sp>
          <p:nvSpPr>
            <p:cNvPr id="237" name="テキスト ボックス 236">
              <a:extLst>
                <a:ext uri="{FF2B5EF4-FFF2-40B4-BE49-F238E27FC236}">
                  <a16:creationId xmlns:a16="http://schemas.microsoft.com/office/drawing/2014/main" id="{F9D74269-03C8-4DB6-1274-D8C572F13050}"/>
                </a:ext>
              </a:extLst>
            </p:cNvPr>
            <p:cNvSpPr txBox="1"/>
            <p:nvPr/>
          </p:nvSpPr>
          <p:spPr>
            <a:xfrm>
              <a:off x="7334221" y="1729778"/>
              <a:ext cx="10459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>
                  <a:latin typeface="+mn-ea"/>
                </a:rPr>
                <a:t>トラック</a:t>
              </a:r>
              <a:r>
                <a:rPr kumimoji="1" lang="en-US" altLang="ja-JP" sz="1400" dirty="0">
                  <a:latin typeface="+mn-ea"/>
                </a:rPr>
                <a:t>2</a:t>
              </a:r>
              <a:endParaRPr kumimoji="1" lang="ja-JP" altLang="en-US" sz="1400" dirty="0">
                <a:latin typeface="+mn-ea"/>
              </a:endParaRPr>
            </a:p>
          </p:txBody>
        </p:sp>
        <p:sp>
          <p:nvSpPr>
            <p:cNvPr id="238" name="テキスト ボックス 237">
              <a:extLst>
                <a:ext uri="{FF2B5EF4-FFF2-40B4-BE49-F238E27FC236}">
                  <a16:creationId xmlns:a16="http://schemas.microsoft.com/office/drawing/2014/main" id="{0AF549AF-E8E5-17D7-B796-0478A09C67FB}"/>
                </a:ext>
              </a:extLst>
            </p:cNvPr>
            <p:cNvSpPr txBox="1"/>
            <p:nvPr/>
          </p:nvSpPr>
          <p:spPr>
            <a:xfrm>
              <a:off x="7286856" y="2159305"/>
              <a:ext cx="12324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00" dirty="0">
                  <a:latin typeface="+mn-ea"/>
                </a:rPr>
                <a:t>トラック</a:t>
              </a:r>
              <a:r>
                <a:rPr kumimoji="1" lang="en-US" altLang="ja-JP" sz="1000" dirty="0">
                  <a:latin typeface="+mn-ea"/>
                </a:rPr>
                <a:t>2</a:t>
              </a:r>
              <a:r>
                <a:rPr kumimoji="1" lang="ja-JP" altLang="en-US" sz="1000" dirty="0">
                  <a:latin typeface="+mn-ea"/>
                </a:rPr>
                <a:t>の</a:t>
              </a:r>
              <a:endParaRPr kumimoji="1" lang="en-US" altLang="ja-JP" sz="1000" dirty="0">
                <a:latin typeface="+mn-ea"/>
              </a:endParaRPr>
            </a:p>
            <a:p>
              <a:pPr algn="ctr"/>
              <a:r>
                <a:rPr kumimoji="1" lang="ja-JP" altLang="en-US" sz="1000" dirty="0">
                  <a:latin typeface="+mn-ea"/>
                </a:rPr>
                <a:t>オートメーション</a:t>
              </a:r>
            </a:p>
          </p:txBody>
        </p:sp>
        <p:cxnSp>
          <p:nvCxnSpPr>
            <p:cNvPr id="298" name="直線コネクタ 297">
              <a:extLst>
                <a:ext uri="{FF2B5EF4-FFF2-40B4-BE49-F238E27FC236}">
                  <a16:creationId xmlns:a16="http://schemas.microsoft.com/office/drawing/2014/main" id="{7ADEFDF6-75B7-68DE-6900-0ED949FE51E9}"/>
                </a:ext>
              </a:extLst>
            </p:cNvPr>
            <p:cNvCxnSpPr>
              <a:cxnSpLocks/>
            </p:cNvCxnSpPr>
            <p:nvPr/>
          </p:nvCxnSpPr>
          <p:spPr>
            <a:xfrm>
              <a:off x="8752228" y="146901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直線コネクタ 298">
              <a:extLst>
                <a:ext uri="{FF2B5EF4-FFF2-40B4-BE49-F238E27FC236}">
                  <a16:creationId xmlns:a16="http://schemas.microsoft.com/office/drawing/2014/main" id="{3E1DB124-BD0B-ACF7-6CB9-B6D1680DA7E2}"/>
                </a:ext>
              </a:extLst>
            </p:cNvPr>
            <p:cNvCxnSpPr>
              <a:cxnSpLocks/>
            </p:cNvCxnSpPr>
            <p:nvPr/>
          </p:nvCxnSpPr>
          <p:spPr>
            <a:xfrm>
              <a:off x="8839858" y="143282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直線コネクタ 299">
              <a:extLst>
                <a:ext uri="{FF2B5EF4-FFF2-40B4-BE49-F238E27FC236}">
                  <a16:creationId xmlns:a16="http://schemas.microsoft.com/office/drawing/2014/main" id="{4F4B3369-4462-DB25-CB42-A228E863288F}"/>
                </a:ext>
              </a:extLst>
            </p:cNvPr>
            <p:cNvCxnSpPr>
              <a:cxnSpLocks/>
            </p:cNvCxnSpPr>
            <p:nvPr/>
          </p:nvCxnSpPr>
          <p:spPr>
            <a:xfrm>
              <a:off x="8931298" y="1389287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直線コネクタ 300">
              <a:extLst>
                <a:ext uri="{FF2B5EF4-FFF2-40B4-BE49-F238E27FC236}">
                  <a16:creationId xmlns:a16="http://schemas.microsoft.com/office/drawing/2014/main" id="{D6FF455F-3C9A-1A1A-05B4-66BBD181961C}"/>
                </a:ext>
              </a:extLst>
            </p:cNvPr>
            <p:cNvCxnSpPr>
              <a:cxnSpLocks/>
            </p:cNvCxnSpPr>
            <p:nvPr/>
          </p:nvCxnSpPr>
          <p:spPr>
            <a:xfrm>
              <a:off x="9024643" y="135860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線コネクタ 301">
              <a:extLst>
                <a:ext uri="{FF2B5EF4-FFF2-40B4-BE49-F238E27FC236}">
                  <a16:creationId xmlns:a16="http://schemas.microsoft.com/office/drawing/2014/main" id="{77F47141-7FAB-3248-70B1-78A64FABCE27}"/>
                </a:ext>
              </a:extLst>
            </p:cNvPr>
            <p:cNvCxnSpPr>
              <a:cxnSpLocks/>
            </p:cNvCxnSpPr>
            <p:nvPr/>
          </p:nvCxnSpPr>
          <p:spPr>
            <a:xfrm>
              <a:off x="9113555" y="1331326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直線コネクタ 302">
              <a:extLst>
                <a:ext uri="{FF2B5EF4-FFF2-40B4-BE49-F238E27FC236}">
                  <a16:creationId xmlns:a16="http://schemas.microsoft.com/office/drawing/2014/main" id="{EE89E986-61FE-1352-426B-D6A50BD41032}"/>
                </a:ext>
              </a:extLst>
            </p:cNvPr>
            <p:cNvCxnSpPr>
              <a:cxnSpLocks/>
            </p:cNvCxnSpPr>
            <p:nvPr/>
          </p:nvCxnSpPr>
          <p:spPr>
            <a:xfrm>
              <a:off x="9024643" y="146901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直線コネクタ 303">
              <a:extLst>
                <a:ext uri="{FF2B5EF4-FFF2-40B4-BE49-F238E27FC236}">
                  <a16:creationId xmlns:a16="http://schemas.microsoft.com/office/drawing/2014/main" id="{333C3F07-3C40-1697-A46E-9E3E9307AA7A}"/>
                </a:ext>
              </a:extLst>
            </p:cNvPr>
            <p:cNvCxnSpPr>
              <a:cxnSpLocks/>
            </p:cNvCxnSpPr>
            <p:nvPr/>
          </p:nvCxnSpPr>
          <p:spPr>
            <a:xfrm>
              <a:off x="9204995" y="146901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直線コネクタ 304">
              <a:extLst>
                <a:ext uri="{FF2B5EF4-FFF2-40B4-BE49-F238E27FC236}">
                  <a16:creationId xmlns:a16="http://schemas.microsoft.com/office/drawing/2014/main" id="{295051FC-D5B8-9AE5-7115-E6796A3697EE}"/>
                </a:ext>
              </a:extLst>
            </p:cNvPr>
            <p:cNvCxnSpPr>
              <a:cxnSpLocks/>
            </p:cNvCxnSpPr>
            <p:nvPr/>
          </p:nvCxnSpPr>
          <p:spPr>
            <a:xfrm>
              <a:off x="9113555" y="1413810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線コネクタ 305">
              <a:extLst>
                <a:ext uri="{FF2B5EF4-FFF2-40B4-BE49-F238E27FC236}">
                  <a16:creationId xmlns:a16="http://schemas.microsoft.com/office/drawing/2014/main" id="{FA571DFD-BE97-3E45-666B-CECC624FB872}"/>
                </a:ext>
              </a:extLst>
            </p:cNvPr>
            <p:cNvCxnSpPr>
              <a:cxnSpLocks/>
            </p:cNvCxnSpPr>
            <p:nvPr/>
          </p:nvCxnSpPr>
          <p:spPr>
            <a:xfrm>
              <a:off x="9296435" y="1294145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コネクタ 306">
              <a:extLst>
                <a:ext uri="{FF2B5EF4-FFF2-40B4-BE49-F238E27FC236}">
                  <a16:creationId xmlns:a16="http://schemas.microsoft.com/office/drawing/2014/main" id="{98B01EE0-038F-C2CD-B6BC-4190762C1CA1}"/>
                </a:ext>
              </a:extLst>
            </p:cNvPr>
            <p:cNvCxnSpPr>
              <a:cxnSpLocks/>
            </p:cNvCxnSpPr>
            <p:nvPr/>
          </p:nvCxnSpPr>
          <p:spPr>
            <a:xfrm>
              <a:off x="9204995" y="138079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コネクタ 307">
              <a:extLst>
                <a:ext uri="{FF2B5EF4-FFF2-40B4-BE49-F238E27FC236}">
                  <a16:creationId xmlns:a16="http://schemas.microsoft.com/office/drawing/2014/main" id="{B05AA46E-2020-8CF0-C90F-8F3AD3F66323}"/>
                </a:ext>
              </a:extLst>
            </p:cNvPr>
            <p:cNvCxnSpPr>
              <a:cxnSpLocks/>
            </p:cNvCxnSpPr>
            <p:nvPr/>
          </p:nvCxnSpPr>
          <p:spPr>
            <a:xfrm>
              <a:off x="8752228" y="1305854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直線コネクタ 308">
              <a:extLst>
                <a:ext uri="{FF2B5EF4-FFF2-40B4-BE49-F238E27FC236}">
                  <a16:creationId xmlns:a16="http://schemas.microsoft.com/office/drawing/2014/main" id="{12E3E386-9023-462F-B818-A31C46EEF395}"/>
                </a:ext>
              </a:extLst>
            </p:cNvPr>
            <p:cNvCxnSpPr>
              <a:cxnSpLocks/>
            </p:cNvCxnSpPr>
            <p:nvPr/>
          </p:nvCxnSpPr>
          <p:spPr>
            <a:xfrm>
              <a:off x="9387058" y="1389287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線コネクタ 309">
              <a:extLst>
                <a:ext uri="{FF2B5EF4-FFF2-40B4-BE49-F238E27FC236}">
                  <a16:creationId xmlns:a16="http://schemas.microsoft.com/office/drawing/2014/main" id="{BB3EA82A-279B-6937-6F27-0C2EA2B84DAB}"/>
                </a:ext>
              </a:extLst>
            </p:cNvPr>
            <p:cNvCxnSpPr>
              <a:cxnSpLocks/>
            </p:cNvCxnSpPr>
            <p:nvPr/>
          </p:nvCxnSpPr>
          <p:spPr>
            <a:xfrm>
              <a:off x="9484836" y="146901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線コネクタ 310">
              <a:extLst>
                <a:ext uri="{FF2B5EF4-FFF2-40B4-BE49-F238E27FC236}">
                  <a16:creationId xmlns:a16="http://schemas.microsoft.com/office/drawing/2014/main" id="{EA5309E8-E93D-9D7B-B2BC-45D9BD86FD22}"/>
                </a:ext>
              </a:extLst>
            </p:cNvPr>
            <p:cNvCxnSpPr>
              <a:cxnSpLocks/>
            </p:cNvCxnSpPr>
            <p:nvPr/>
          </p:nvCxnSpPr>
          <p:spPr>
            <a:xfrm>
              <a:off x="9296435" y="1418452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直線コネクタ 311">
              <a:extLst>
                <a:ext uri="{FF2B5EF4-FFF2-40B4-BE49-F238E27FC236}">
                  <a16:creationId xmlns:a16="http://schemas.microsoft.com/office/drawing/2014/main" id="{7D401CEB-2098-E158-3896-462B96DA4B06}"/>
                </a:ext>
              </a:extLst>
            </p:cNvPr>
            <p:cNvCxnSpPr>
              <a:cxnSpLocks/>
            </p:cNvCxnSpPr>
            <p:nvPr/>
          </p:nvCxnSpPr>
          <p:spPr>
            <a:xfrm>
              <a:off x="8706078" y="1154199"/>
              <a:ext cx="0" cy="4764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直線コネクタ 314">
              <a:extLst>
                <a:ext uri="{FF2B5EF4-FFF2-40B4-BE49-F238E27FC236}">
                  <a16:creationId xmlns:a16="http://schemas.microsoft.com/office/drawing/2014/main" id="{87103979-B3B9-C4D2-2B26-7E2F4722302C}"/>
                </a:ext>
              </a:extLst>
            </p:cNvPr>
            <p:cNvCxnSpPr>
              <a:cxnSpLocks/>
            </p:cNvCxnSpPr>
            <p:nvPr/>
          </p:nvCxnSpPr>
          <p:spPr>
            <a:xfrm>
              <a:off x="9654768" y="1154199"/>
              <a:ext cx="0" cy="4764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直線コネクタ 315">
              <a:extLst>
                <a:ext uri="{FF2B5EF4-FFF2-40B4-BE49-F238E27FC236}">
                  <a16:creationId xmlns:a16="http://schemas.microsoft.com/office/drawing/2014/main" id="{B70D4507-A9A7-0550-8CC5-57BCFCBFC4E1}"/>
                </a:ext>
              </a:extLst>
            </p:cNvPr>
            <p:cNvCxnSpPr>
              <a:cxnSpLocks/>
            </p:cNvCxnSpPr>
            <p:nvPr/>
          </p:nvCxnSpPr>
          <p:spPr>
            <a:xfrm>
              <a:off x="10161498" y="1154199"/>
              <a:ext cx="0" cy="4764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コネクタ 317">
              <a:extLst>
                <a:ext uri="{FF2B5EF4-FFF2-40B4-BE49-F238E27FC236}">
                  <a16:creationId xmlns:a16="http://schemas.microsoft.com/office/drawing/2014/main" id="{1FB9F49D-74F7-27C3-E064-2E206A50972D}"/>
                </a:ext>
              </a:extLst>
            </p:cNvPr>
            <p:cNvCxnSpPr>
              <a:cxnSpLocks/>
            </p:cNvCxnSpPr>
            <p:nvPr/>
          </p:nvCxnSpPr>
          <p:spPr>
            <a:xfrm>
              <a:off x="10226698" y="1260512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線コネクタ 319">
              <a:extLst>
                <a:ext uri="{FF2B5EF4-FFF2-40B4-BE49-F238E27FC236}">
                  <a16:creationId xmlns:a16="http://schemas.microsoft.com/office/drawing/2014/main" id="{7851D028-760E-6D1A-251F-1F43FD959DA0}"/>
                </a:ext>
              </a:extLst>
            </p:cNvPr>
            <p:cNvCxnSpPr>
              <a:cxnSpLocks/>
            </p:cNvCxnSpPr>
            <p:nvPr/>
          </p:nvCxnSpPr>
          <p:spPr>
            <a:xfrm>
              <a:off x="10226698" y="1365631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直線コネクタ 320">
              <a:extLst>
                <a:ext uri="{FF2B5EF4-FFF2-40B4-BE49-F238E27FC236}">
                  <a16:creationId xmlns:a16="http://schemas.microsoft.com/office/drawing/2014/main" id="{512E0A72-0886-2168-9B60-54C2A6F73398}"/>
                </a:ext>
              </a:extLst>
            </p:cNvPr>
            <p:cNvCxnSpPr>
              <a:cxnSpLocks/>
            </p:cNvCxnSpPr>
            <p:nvPr/>
          </p:nvCxnSpPr>
          <p:spPr>
            <a:xfrm>
              <a:off x="10230508" y="1462442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直線コネクタ 321">
              <a:extLst>
                <a:ext uri="{FF2B5EF4-FFF2-40B4-BE49-F238E27FC236}">
                  <a16:creationId xmlns:a16="http://schemas.microsoft.com/office/drawing/2014/main" id="{DC422D5A-A1F1-555A-ABB0-6C21CFD57236}"/>
                </a:ext>
              </a:extLst>
            </p:cNvPr>
            <p:cNvCxnSpPr>
              <a:cxnSpLocks/>
            </p:cNvCxnSpPr>
            <p:nvPr/>
          </p:nvCxnSpPr>
          <p:spPr>
            <a:xfrm>
              <a:off x="10619128" y="1571371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直線コネクタ 322">
              <a:extLst>
                <a:ext uri="{FF2B5EF4-FFF2-40B4-BE49-F238E27FC236}">
                  <a16:creationId xmlns:a16="http://schemas.microsoft.com/office/drawing/2014/main" id="{96EC33BB-87C8-CB45-1CC6-D5FDAD2D7B89}"/>
                </a:ext>
              </a:extLst>
            </p:cNvPr>
            <p:cNvCxnSpPr>
              <a:cxnSpLocks/>
            </p:cNvCxnSpPr>
            <p:nvPr/>
          </p:nvCxnSpPr>
          <p:spPr>
            <a:xfrm>
              <a:off x="10616842" y="1414399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直線コネクタ 323">
              <a:extLst>
                <a:ext uri="{FF2B5EF4-FFF2-40B4-BE49-F238E27FC236}">
                  <a16:creationId xmlns:a16="http://schemas.microsoft.com/office/drawing/2014/main" id="{F72D2A13-636E-0168-8487-BCF4D9A1E3F2}"/>
                </a:ext>
              </a:extLst>
            </p:cNvPr>
            <p:cNvCxnSpPr>
              <a:cxnSpLocks/>
            </p:cNvCxnSpPr>
            <p:nvPr/>
          </p:nvCxnSpPr>
          <p:spPr>
            <a:xfrm>
              <a:off x="10619128" y="1312291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直線コネクタ 324">
              <a:extLst>
                <a:ext uri="{FF2B5EF4-FFF2-40B4-BE49-F238E27FC236}">
                  <a16:creationId xmlns:a16="http://schemas.microsoft.com/office/drawing/2014/main" id="{D8183053-54FC-966F-B898-0B8B368DEC9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3938" y="1212633"/>
              <a:ext cx="17841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直線コネクタ 326">
              <a:extLst>
                <a:ext uri="{FF2B5EF4-FFF2-40B4-BE49-F238E27FC236}">
                  <a16:creationId xmlns:a16="http://schemas.microsoft.com/office/drawing/2014/main" id="{960E9281-FE00-F9D0-3232-1F4AB1F1503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7090" y="1365631"/>
              <a:ext cx="1828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直線コネクタ 327">
              <a:extLst>
                <a:ext uri="{FF2B5EF4-FFF2-40B4-BE49-F238E27FC236}">
                  <a16:creationId xmlns:a16="http://schemas.microsoft.com/office/drawing/2014/main" id="{9A1E4047-C392-1149-E0F5-910B3E846F79}"/>
                </a:ext>
              </a:extLst>
            </p:cNvPr>
            <p:cNvCxnSpPr>
              <a:cxnSpLocks/>
            </p:cNvCxnSpPr>
            <p:nvPr/>
          </p:nvCxnSpPr>
          <p:spPr>
            <a:xfrm>
              <a:off x="11007748" y="1518031"/>
              <a:ext cx="17841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直線コネクタ 329">
              <a:extLst>
                <a:ext uri="{FF2B5EF4-FFF2-40B4-BE49-F238E27FC236}">
                  <a16:creationId xmlns:a16="http://schemas.microsoft.com/office/drawing/2014/main" id="{695709A1-F15D-089C-4DD5-6BF087A3079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7090" y="1450975"/>
              <a:ext cx="1828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32" name="グラフィックス 331" descr="音声 単色塗りつぶし">
              <a:extLst>
                <a:ext uri="{FF2B5EF4-FFF2-40B4-BE49-F238E27FC236}">
                  <a16:creationId xmlns:a16="http://schemas.microsoft.com/office/drawing/2014/main" id="{5F669B64-E7AD-EA9E-F873-44F356EBE3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750302" y="1520248"/>
              <a:ext cx="389271" cy="724690"/>
            </a:xfrm>
            <a:prstGeom prst="rect">
              <a:avLst/>
            </a:prstGeom>
          </p:spPr>
        </p:pic>
        <p:pic>
          <p:nvPicPr>
            <p:cNvPr id="333" name="グラフィックス 332" descr="音声 単色塗りつぶし">
              <a:extLst>
                <a:ext uri="{FF2B5EF4-FFF2-40B4-BE49-F238E27FC236}">
                  <a16:creationId xmlns:a16="http://schemas.microsoft.com/office/drawing/2014/main" id="{7C6F3022-2855-A272-59AC-421C95A0A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169275" y="1691500"/>
              <a:ext cx="389271" cy="389271"/>
            </a:xfrm>
            <a:prstGeom prst="rect">
              <a:avLst/>
            </a:prstGeom>
          </p:spPr>
        </p:pic>
        <p:cxnSp>
          <p:nvCxnSpPr>
            <p:cNvPr id="339" name="直線コネクタ 338">
              <a:extLst>
                <a:ext uri="{FF2B5EF4-FFF2-40B4-BE49-F238E27FC236}">
                  <a16:creationId xmlns:a16="http://schemas.microsoft.com/office/drawing/2014/main" id="{AE137BA0-5BED-C84B-17CB-12F22C326F53}"/>
                </a:ext>
              </a:extLst>
            </p:cNvPr>
            <p:cNvCxnSpPr>
              <a:cxnSpLocks/>
            </p:cNvCxnSpPr>
            <p:nvPr/>
          </p:nvCxnSpPr>
          <p:spPr>
            <a:xfrm>
              <a:off x="8642358" y="1635890"/>
              <a:ext cx="0" cy="4764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40" name="グラフィックス 339" descr="音声 単色塗りつぶし">
              <a:extLst>
                <a:ext uri="{FF2B5EF4-FFF2-40B4-BE49-F238E27FC236}">
                  <a16:creationId xmlns:a16="http://schemas.microsoft.com/office/drawing/2014/main" id="{1846B0E4-4B50-62DA-141E-60E738A7A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62411" y="1789339"/>
              <a:ext cx="389271" cy="194635"/>
            </a:xfrm>
            <a:prstGeom prst="rect">
              <a:avLst/>
            </a:prstGeom>
          </p:spPr>
        </p:pic>
        <p:cxnSp>
          <p:nvCxnSpPr>
            <p:cNvPr id="341" name="直線コネクタ 340">
              <a:extLst>
                <a:ext uri="{FF2B5EF4-FFF2-40B4-BE49-F238E27FC236}">
                  <a16:creationId xmlns:a16="http://schemas.microsoft.com/office/drawing/2014/main" id="{B3200384-1DB2-D2D2-C119-51864EF366B2}"/>
                </a:ext>
              </a:extLst>
            </p:cNvPr>
            <p:cNvCxnSpPr>
              <a:cxnSpLocks/>
            </p:cNvCxnSpPr>
            <p:nvPr/>
          </p:nvCxnSpPr>
          <p:spPr>
            <a:xfrm>
              <a:off x="10029198" y="1627241"/>
              <a:ext cx="0" cy="4961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直線コネクタ 342">
              <a:extLst>
                <a:ext uri="{FF2B5EF4-FFF2-40B4-BE49-F238E27FC236}">
                  <a16:creationId xmlns:a16="http://schemas.microsoft.com/office/drawing/2014/main" id="{89797D7D-22A8-04CA-F710-680321E2D017}"/>
                </a:ext>
              </a:extLst>
            </p:cNvPr>
            <p:cNvCxnSpPr>
              <a:cxnSpLocks/>
            </p:cNvCxnSpPr>
            <p:nvPr/>
          </p:nvCxnSpPr>
          <p:spPr>
            <a:xfrm>
              <a:off x="10435598" y="1627241"/>
              <a:ext cx="0" cy="489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44" name="グラフィックス 343" descr="音声 単色塗りつぶし">
              <a:extLst>
                <a:ext uri="{FF2B5EF4-FFF2-40B4-BE49-F238E27FC236}">
                  <a16:creationId xmlns:a16="http://schemas.microsoft.com/office/drawing/2014/main" id="{3DC61383-A37E-5121-AFB9-EF91C278A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10528738" y="1602435"/>
              <a:ext cx="396278" cy="551010"/>
            </a:xfrm>
            <a:prstGeom prst="rect">
              <a:avLst/>
            </a:prstGeom>
          </p:spPr>
        </p:pic>
        <p:cxnSp>
          <p:nvCxnSpPr>
            <p:cNvPr id="346" name="直線コネクタ 345">
              <a:extLst>
                <a:ext uri="{FF2B5EF4-FFF2-40B4-BE49-F238E27FC236}">
                  <a16:creationId xmlns:a16="http://schemas.microsoft.com/office/drawing/2014/main" id="{B9D0707B-253B-A262-ED50-75AED68C59CC}"/>
                </a:ext>
              </a:extLst>
            </p:cNvPr>
            <p:cNvCxnSpPr>
              <a:cxnSpLocks/>
            </p:cNvCxnSpPr>
            <p:nvPr/>
          </p:nvCxnSpPr>
          <p:spPr>
            <a:xfrm>
              <a:off x="10968998" y="1635671"/>
              <a:ext cx="0" cy="4807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0" name="テキスト ボックス 349">
              <a:extLst>
                <a:ext uri="{FF2B5EF4-FFF2-40B4-BE49-F238E27FC236}">
                  <a16:creationId xmlns:a16="http://schemas.microsoft.com/office/drawing/2014/main" id="{E6E6E9FB-3A76-82B4-F0DA-7FB7923C167F}"/>
                </a:ext>
              </a:extLst>
            </p:cNvPr>
            <p:cNvSpPr txBox="1"/>
            <p:nvPr/>
          </p:nvSpPr>
          <p:spPr>
            <a:xfrm>
              <a:off x="9202061" y="659264"/>
              <a:ext cx="231077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</a:t>
              </a:r>
              <a:r>
                <a:rPr kumimoji="1" lang="ja-JP" altLang="en-US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の画面として表示</a:t>
              </a:r>
            </a:p>
          </p:txBody>
        </p:sp>
        <p:cxnSp>
          <p:nvCxnSpPr>
            <p:cNvPr id="351" name="直線コネクタ 350">
              <a:extLst>
                <a:ext uri="{FF2B5EF4-FFF2-40B4-BE49-F238E27FC236}">
                  <a16:creationId xmlns:a16="http://schemas.microsoft.com/office/drawing/2014/main" id="{7D9511B1-85E4-63CF-1993-BEE49CDEE5B8}"/>
                </a:ext>
              </a:extLst>
            </p:cNvPr>
            <p:cNvCxnSpPr>
              <a:cxnSpLocks/>
            </p:cNvCxnSpPr>
            <p:nvPr/>
          </p:nvCxnSpPr>
          <p:spPr>
            <a:xfrm>
              <a:off x="8662678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直線コネクタ 353">
              <a:extLst>
                <a:ext uri="{FF2B5EF4-FFF2-40B4-BE49-F238E27FC236}">
                  <a16:creationId xmlns:a16="http://schemas.microsoft.com/office/drawing/2014/main" id="{E0BFFC70-2796-18EC-7A03-862EBEB29977}"/>
                </a:ext>
              </a:extLst>
            </p:cNvPr>
            <p:cNvCxnSpPr>
              <a:cxnSpLocks/>
            </p:cNvCxnSpPr>
            <p:nvPr/>
          </p:nvCxnSpPr>
          <p:spPr>
            <a:xfrm>
              <a:off x="8836668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直線コネクタ 355">
              <a:extLst>
                <a:ext uri="{FF2B5EF4-FFF2-40B4-BE49-F238E27FC236}">
                  <a16:creationId xmlns:a16="http://schemas.microsoft.com/office/drawing/2014/main" id="{6F07BE3A-50CE-7925-5C30-FBBDA3866348}"/>
                </a:ext>
              </a:extLst>
            </p:cNvPr>
            <p:cNvCxnSpPr>
              <a:cxnSpLocks/>
            </p:cNvCxnSpPr>
            <p:nvPr/>
          </p:nvCxnSpPr>
          <p:spPr>
            <a:xfrm>
              <a:off x="9004328" y="1026536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直線コネクタ 356">
              <a:extLst>
                <a:ext uri="{FF2B5EF4-FFF2-40B4-BE49-F238E27FC236}">
                  <a16:creationId xmlns:a16="http://schemas.microsoft.com/office/drawing/2014/main" id="{32F4EA0F-1A0A-17AD-40F3-194F3E4547DF}"/>
                </a:ext>
              </a:extLst>
            </p:cNvPr>
            <p:cNvCxnSpPr>
              <a:cxnSpLocks/>
            </p:cNvCxnSpPr>
            <p:nvPr/>
          </p:nvCxnSpPr>
          <p:spPr>
            <a:xfrm>
              <a:off x="9169428" y="1021110"/>
              <a:ext cx="0" cy="1241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線コネクタ 364">
              <a:extLst>
                <a:ext uri="{FF2B5EF4-FFF2-40B4-BE49-F238E27FC236}">
                  <a16:creationId xmlns:a16="http://schemas.microsoft.com/office/drawing/2014/main" id="{ACA6F975-AA1A-58D1-8D5E-462B37537E8B}"/>
                </a:ext>
              </a:extLst>
            </p:cNvPr>
            <p:cNvCxnSpPr>
              <a:cxnSpLocks/>
            </p:cNvCxnSpPr>
            <p:nvPr/>
          </p:nvCxnSpPr>
          <p:spPr>
            <a:xfrm>
              <a:off x="9333238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直線コネクタ 365">
              <a:extLst>
                <a:ext uri="{FF2B5EF4-FFF2-40B4-BE49-F238E27FC236}">
                  <a16:creationId xmlns:a16="http://schemas.microsoft.com/office/drawing/2014/main" id="{3A2E25F2-7CAB-11A9-D4D2-B9A3D05A53BB}"/>
                </a:ext>
              </a:extLst>
            </p:cNvPr>
            <p:cNvCxnSpPr>
              <a:cxnSpLocks/>
            </p:cNvCxnSpPr>
            <p:nvPr/>
          </p:nvCxnSpPr>
          <p:spPr>
            <a:xfrm>
              <a:off x="9507228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a16:creationId xmlns:a16="http://schemas.microsoft.com/office/drawing/2014/main" id="{E568BF68-2223-C550-D257-F7E1189609CD}"/>
                </a:ext>
              </a:extLst>
            </p:cNvPr>
            <p:cNvCxnSpPr>
              <a:cxnSpLocks/>
            </p:cNvCxnSpPr>
            <p:nvPr/>
          </p:nvCxnSpPr>
          <p:spPr>
            <a:xfrm>
              <a:off x="9674888" y="1026536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a16:creationId xmlns:a16="http://schemas.microsoft.com/office/drawing/2014/main" id="{1B44E3F8-01BB-69A2-3997-6936AD24E33B}"/>
                </a:ext>
              </a:extLst>
            </p:cNvPr>
            <p:cNvCxnSpPr>
              <a:cxnSpLocks/>
            </p:cNvCxnSpPr>
            <p:nvPr/>
          </p:nvCxnSpPr>
          <p:spPr>
            <a:xfrm>
              <a:off x="9839988" y="1021110"/>
              <a:ext cx="0" cy="1241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直線コネクタ 368">
              <a:extLst>
                <a:ext uri="{FF2B5EF4-FFF2-40B4-BE49-F238E27FC236}">
                  <a16:creationId xmlns:a16="http://schemas.microsoft.com/office/drawing/2014/main" id="{8E1F1722-7381-5E44-0358-74E53C53CE98}"/>
                </a:ext>
              </a:extLst>
            </p:cNvPr>
            <p:cNvCxnSpPr>
              <a:cxnSpLocks/>
            </p:cNvCxnSpPr>
            <p:nvPr/>
          </p:nvCxnSpPr>
          <p:spPr>
            <a:xfrm>
              <a:off x="10001258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線コネクタ 369">
              <a:extLst>
                <a:ext uri="{FF2B5EF4-FFF2-40B4-BE49-F238E27FC236}">
                  <a16:creationId xmlns:a16="http://schemas.microsoft.com/office/drawing/2014/main" id="{20381CA7-FB81-74E0-F5DA-1991FCB957EB}"/>
                </a:ext>
              </a:extLst>
            </p:cNvPr>
            <p:cNvCxnSpPr>
              <a:cxnSpLocks/>
            </p:cNvCxnSpPr>
            <p:nvPr/>
          </p:nvCxnSpPr>
          <p:spPr>
            <a:xfrm>
              <a:off x="10175248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直線コネクタ 370">
              <a:extLst>
                <a:ext uri="{FF2B5EF4-FFF2-40B4-BE49-F238E27FC236}">
                  <a16:creationId xmlns:a16="http://schemas.microsoft.com/office/drawing/2014/main" id="{1A696017-D163-5E70-49EE-66B2C1C4DEFE}"/>
                </a:ext>
              </a:extLst>
            </p:cNvPr>
            <p:cNvCxnSpPr>
              <a:cxnSpLocks/>
            </p:cNvCxnSpPr>
            <p:nvPr/>
          </p:nvCxnSpPr>
          <p:spPr>
            <a:xfrm>
              <a:off x="10342908" y="1026536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直線コネクタ 371">
              <a:extLst>
                <a:ext uri="{FF2B5EF4-FFF2-40B4-BE49-F238E27FC236}">
                  <a16:creationId xmlns:a16="http://schemas.microsoft.com/office/drawing/2014/main" id="{6A13D1D5-52D8-852D-5B3C-3B71C8451ED9}"/>
                </a:ext>
              </a:extLst>
            </p:cNvPr>
            <p:cNvCxnSpPr>
              <a:cxnSpLocks/>
            </p:cNvCxnSpPr>
            <p:nvPr/>
          </p:nvCxnSpPr>
          <p:spPr>
            <a:xfrm>
              <a:off x="10508008" y="1021110"/>
              <a:ext cx="0" cy="1241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直線コネクタ 372">
              <a:extLst>
                <a:ext uri="{FF2B5EF4-FFF2-40B4-BE49-F238E27FC236}">
                  <a16:creationId xmlns:a16="http://schemas.microsoft.com/office/drawing/2014/main" id="{BD167710-3FE1-473D-5086-2E97E4F4E620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118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直線コネクタ 373">
              <a:extLst>
                <a:ext uri="{FF2B5EF4-FFF2-40B4-BE49-F238E27FC236}">
                  <a16:creationId xmlns:a16="http://schemas.microsoft.com/office/drawing/2014/main" id="{9938A334-21A8-00E0-A30E-07D9AFA0AD84}"/>
                </a:ext>
              </a:extLst>
            </p:cNvPr>
            <p:cNvCxnSpPr>
              <a:cxnSpLocks/>
            </p:cNvCxnSpPr>
            <p:nvPr/>
          </p:nvCxnSpPr>
          <p:spPr>
            <a:xfrm>
              <a:off x="10833108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線コネクタ 374">
              <a:extLst>
                <a:ext uri="{FF2B5EF4-FFF2-40B4-BE49-F238E27FC236}">
                  <a16:creationId xmlns:a16="http://schemas.microsoft.com/office/drawing/2014/main" id="{8B3D6396-FC58-D94C-9E16-3E3FC8CD3BA3}"/>
                </a:ext>
              </a:extLst>
            </p:cNvPr>
            <p:cNvCxnSpPr>
              <a:cxnSpLocks/>
            </p:cNvCxnSpPr>
            <p:nvPr/>
          </p:nvCxnSpPr>
          <p:spPr>
            <a:xfrm>
              <a:off x="11000768" y="1026536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直線矢印コネクタ 377">
              <a:extLst>
                <a:ext uri="{FF2B5EF4-FFF2-40B4-BE49-F238E27FC236}">
                  <a16:creationId xmlns:a16="http://schemas.microsoft.com/office/drawing/2014/main" id="{D9C4BE36-B870-29E7-ED47-EB8F24EA3D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8523" y="1002040"/>
              <a:ext cx="0" cy="15861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1" name="正方形/長方形 380">
              <a:extLst>
                <a:ext uri="{FF2B5EF4-FFF2-40B4-BE49-F238E27FC236}">
                  <a16:creationId xmlns:a16="http://schemas.microsoft.com/office/drawing/2014/main" id="{B3DE34E4-9C45-DD01-0CA2-2732A33BAD66}"/>
                </a:ext>
              </a:extLst>
            </p:cNvPr>
            <p:cNvSpPr/>
            <p:nvPr/>
          </p:nvSpPr>
          <p:spPr>
            <a:xfrm>
              <a:off x="9704071" y="1021322"/>
              <a:ext cx="88370" cy="5658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2" name="二等辺三角形 381">
              <a:extLst>
                <a:ext uri="{FF2B5EF4-FFF2-40B4-BE49-F238E27FC236}">
                  <a16:creationId xmlns:a16="http://schemas.microsoft.com/office/drawing/2014/main" id="{6793B4B0-E7EE-C2C6-9C89-35CC0A1028D6}"/>
                </a:ext>
              </a:extLst>
            </p:cNvPr>
            <p:cNvSpPr/>
            <p:nvPr/>
          </p:nvSpPr>
          <p:spPr>
            <a:xfrm rot="10800000">
              <a:off x="9705545" y="1078227"/>
              <a:ext cx="84250" cy="56985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3" name="テキスト ボックス 382">
              <a:extLst>
                <a:ext uri="{FF2B5EF4-FFF2-40B4-BE49-F238E27FC236}">
                  <a16:creationId xmlns:a16="http://schemas.microsoft.com/office/drawing/2014/main" id="{8622A997-248F-23A9-5EEE-43210BCA4623}"/>
                </a:ext>
              </a:extLst>
            </p:cNvPr>
            <p:cNvSpPr txBox="1"/>
            <p:nvPr/>
          </p:nvSpPr>
          <p:spPr>
            <a:xfrm>
              <a:off x="7378893" y="2690442"/>
              <a:ext cx="104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>
                  <a:latin typeface="+mn-ea"/>
                </a:rPr>
                <a:t>マスター</a:t>
              </a:r>
              <a:endParaRPr kumimoji="1" lang="en-US" altLang="ja-JP" sz="1400" dirty="0">
                <a:latin typeface="+mn-ea"/>
              </a:endParaRPr>
            </a:p>
            <a:p>
              <a:pPr algn="ctr"/>
              <a:r>
                <a:rPr kumimoji="1" lang="ja-JP" altLang="en-US" sz="1400" dirty="0">
                  <a:latin typeface="+mn-ea"/>
                </a:rPr>
                <a:t>トラック</a:t>
              </a:r>
            </a:p>
          </p:txBody>
        </p:sp>
        <p:cxnSp>
          <p:nvCxnSpPr>
            <p:cNvPr id="384" name="直線矢印コネクタ 383">
              <a:extLst>
                <a:ext uri="{FF2B5EF4-FFF2-40B4-BE49-F238E27FC236}">
                  <a16:creationId xmlns:a16="http://schemas.microsoft.com/office/drawing/2014/main" id="{4758231A-CD60-C08C-30FE-3506D86257FA}"/>
                </a:ext>
              </a:extLst>
            </p:cNvPr>
            <p:cNvCxnSpPr>
              <a:cxnSpLocks/>
            </p:cNvCxnSpPr>
            <p:nvPr/>
          </p:nvCxnSpPr>
          <p:spPr>
            <a:xfrm>
              <a:off x="9289387" y="2622228"/>
              <a:ext cx="0" cy="65422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テキスト ボックス 386">
              <a:extLst>
                <a:ext uri="{FF2B5EF4-FFF2-40B4-BE49-F238E27FC236}">
                  <a16:creationId xmlns:a16="http://schemas.microsoft.com/office/drawing/2014/main" id="{6860FEF1-32D5-7093-A28A-E500BC59ED9E}"/>
                </a:ext>
              </a:extLst>
            </p:cNvPr>
            <p:cNvSpPr txBox="1"/>
            <p:nvPr/>
          </p:nvSpPr>
          <p:spPr>
            <a:xfrm>
              <a:off x="8447589" y="2699015"/>
              <a:ext cx="90650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>
                  <a:latin typeface="+mn-ea"/>
                </a:rPr>
                <a:t>VST</a:t>
              </a:r>
              <a:r>
                <a:rPr kumimoji="1" lang="ja-JP" altLang="en-US" sz="1400" dirty="0">
                  <a:latin typeface="+mn-ea"/>
                </a:rPr>
                <a:t>・</a:t>
              </a:r>
              <a:r>
                <a:rPr kumimoji="1" lang="en-US" altLang="ja-JP" sz="1400" dirty="0">
                  <a:latin typeface="+mn-ea"/>
                </a:rPr>
                <a:t>WAMs</a:t>
              </a:r>
              <a:r>
                <a:rPr kumimoji="1" lang="ja-JP" altLang="en-US" sz="1400" dirty="0">
                  <a:latin typeface="+mn-ea"/>
                </a:rPr>
                <a:t>等</a:t>
              </a:r>
            </a:p>
          </p:txBody>
        </p:sp>
        <p:sp>
          <p:nvSpPr>
            <p:cNvPr id="388" name="テキスト ボックス 387">
              <a:extLst>
                <a:ext uri="{FF2B5EF4-FFF2-40B4-BE49-F238E27FC236}">
                  <a16:creationId xmlns:a16="http://schemas.microsoft.com/office/drawing/2014/main" id="{AFE84FC6-1122-F322-70B9-13932D28AA55}"/>
                </a:ext>
              </a:extLst>
            </p:cNvPr>
            <p:cNvSpPr txBox="1"/>
            <p:nvPr/>
          </p:nvSpPr>
          <p:spPr>
            <a:xfrm>
              <a:off x="9389874" y="2684896"/>
              <a:ext cx="16966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>
                  <a:latin typeface="+mn-ea"/>
                </a:rPr>
                <a:t>DAWIY</a:t>
              </a:r>
              <a:r>
                <a:rPr kumimoji="1" lang="ja-JP" altLang="en-US" sz="1400" dirty="0">
                  <a:latin typeface="+mn-ea"/>
                </a:rPr>
                <a:t>プラグイン</a:t>
              </a:r>
              <a:endParaRPr kumimoji="1"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描画ウィンドウ</a:t>
              </a:r>
              <a:endParaRPr kumimoji="1" lang="ja-JP" altLang="en-US" sz="1400" dirty="0">
                <a:latin typeface="+mn-ea"/>
              </a:endParaRPr>
            </a:p>
          </p:txBody>
        </p:sp>
        <p:sp>
          <p:nvSpPr>
            <p:cNvPr id="389" name="正方形/長方形 388">
              <a:extLst>
                <a:ext uri="{FF2B5EF4-FFF2-40B4-BE49-F238E27FC236}">
                  <a16:creationId xmlns:a16="http://schemas.microsoft.com/office/drawing/2014/main" id="{4C2D1587-1D46-3D40-F383-DA08DFAFEE4E}"/>
                </a:ext>
              </a:extLst>
            </p:cNvPr>
            <p:cNvSpPr/>
            <p:nvPr/>
          </p:nvSpPr>
          <p:spPr>
            <a:xfrm>
              <a:off x="11247121" y="1093238"/>
              <a:ext cx="152399" cy="16288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0" name="正方形/長方形 389">
              <a:extLst>
                <a:ext uri="{FF2B5EF4-FFF2-40B4-BE49-F238E27FC236}">
                  <a16:creationId xmlns:a16="http://schemas.microsoft.com/office/drawing/2014/main" id="{D5CED4C5-B6E0-D378-CE5A-9D31FD5E2908}"/>
                </a:ext>
              </a:extLst>
            </p:cNvPr>
            <p:cNvSpPr/>
            <p:nvPr/>
          </p:nvSpPr>
          <p:spPr>
            <a:xfrm>
              <a:off x="11247121" y="1318094"/>
              <a:ext cx="152399" cy="1582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1" name="正方形/長方形 390">
              <a:extLst>
                <a:ext uri="{FF2B5EF4-FFF2-40B4-BE49-F238E27FC236}">
                  <a16:creationId xmlns:a16="http://schemas.microsoft.com/office/drawing/2014/main" id="{A8A381EE-5F83-A3B0-CF4B-604C4A74635C}"/>
                </a:ext>
              </a:extLst>
            </p:cNvPr>
            <p:cNvSpPr/>
            <p:nvPr/>
          </p:nvSpPr>
          <p:spPr>
            <a:xfrm>
              <a:off x="11247121" y="1546665"/>
              <a:ext cx="152399" cy="15259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2" name="テキスト ボックス 391">
              <a:extLst>
                <a:ext uri="{FF2B5EF4-FFF2-40B4-BE49-F238E27FC236}">
                  <a16:creationId xmlns:a16="http://schemas.microsoft.com/office/drawing/2014/main" id="{E2114FA4-C262-953B-4202-9A0E2E1FB312}"/>
                </a:ext>
              </a:extLst>
            </p:cNvPr>
            <p:cNvSpPr txBox="1"/>
            <p:nvPr/>
          </p:nvSpPr>
          <p:spPr>
            <a:xfrm>
              <a:off x="11192509" y="1885329"/>
              <a:ext cx="251712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>
                  <a:latin typeface="+mn-ea"/>
                </a:rPr>
                <a:t>サイドバ丨</a:t>
              </a:r>
            </a:p>
          </p:txBody>
        </p:sp>
        <p:cxnSp>
          <p:nvCxnSpPr>
            <p:cNvPr id="393" name="直線矢印コネクタ 392">
              <a:extLst>
                <a:ext uri="{FF2B5EF4-FFF2-40B4-BE49-F238E27FC236}">
                  <a16:creationId xmlns:a16="http://schemas.microsoft.com/office/drawing/2014/main" id="{F759EB83-70BB-C682-7085-215A329A1549}"/>
                </a:ext>
              </a:extLst>
            </p:cNvPr>
            <p:cNvCxnSpPr>
              <a:cxnSpLocks/>
            </p:cNvCxnSpPr>
            <p:nvPr/>
          </p:nvCxnSpPr>
          <p:spPr>
            <a:xfrm>
              <a:off x="3209506" y="4773300"/>
              <a:ext cx="562936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5" name="四角形: 角を丸くする 394">
              <a:extLst>
                <a:ext uri="{FF2B5EF4-FFF2-40B4-BE49-F238E27FC236}">
                  <a16:creationId xmlns:a16="http://schemas.microsoft.com/office/drawing/2014/main" id="{573AA009-6C37-E024-B2D5-81421C2ECBDB}"/>
                </a:ext>
              </a:extLst>
            </p:cNvPr>
            <p:cNvSpPr/>
            <p:nvPr/>
          </p:nvSpPr>
          <p:spPr>
            <a:xfrm>
              <a:off x="3815661" y="4496179"/>
              <a:ext cx="2652186" cy="1748334"/>
            </a:xfrm>
            <a:prstGeom prst="roundRect">
              <a:avLst>
                <a:gd name="adj" fmla="val 13218"/>
              </a:avLst>
            </a:prstGeom>
            <a:noFill/>
            <a:ln w="57150" cap="rnd">
              <a:solidFill>
                <a:schemeClr val="tx1"/>
              </a:solidFill>
              <a:prstDash val="dash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96" name="テキスト ボックス 395">
              <a:extLst>
                <a:ext uri="{FF2B5EF4-FFF2-40B4-BE49-F238E27FC236}">
                  <a16:creationId xmlns:a16="http://schemas.microsoft.com/office/drawing/2014/main" id="{51F88CE4-CD85-5795-C3C6-72931BD4EA48}"/>
                </a:ext>
              </a:extLst>
            </p:cNvPr>
            <p:cNvSpPr txBox="1"/>
            <p:nvPr/>
          </p:nvSpPr>
          <p:spPr>
            <a:xfrm>
              <a:off x="3854206" y="4709515"/>
              <a:ext cx="2595531" cy="15015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kumimoji="1" lang="ja-JP" altLang="en-US" sz="1400" dirty="0"/>
                <a:t>・ファイルを読み込む</a:t>
              </a:r>
              <a:endParaRPr kumimoji="1" lang="en-US" altLang="ja-JP" sz="1400" dirty="0"/>
            </a:p>
            <a:p>
              <a:pPr>
                <a:lnSpc>
                  <a:spcPct val="110000"/>
                </a:lnSpc>
              </a:pPr>
              <a:r>
                <a:rPr lang="ja-JP" altLang="en-US" sz="1400" dirty="0"/>
                <a:t>・ボタン等を</a:t>
              </a:r>
              <a:r>
                <a:rPr lang="en-US" altLang="ja-JP" sz="1400" dirty="0"/>
                <a:t>UI</a:t>
              </a:r>
              <a:r>
                <a:rPr lang="ja-JP" altLang="en-US" sz="1400" dirty="0"/>
                <a:t>に反映</a:t>
              </a:r>
              <a:endParaRPr kumimoji="1" lang="en-US" altLang="ja-JP" sz="1400" dirty="0"/>
            </a:p>
            <a:p>
              <a:pPr>
                <a:lnSpc>
                  <a:spcPct val="110000"/>
                </a:lnSpc>
              </a:pPr>
              <a:r>
                <a:rPr kumimoji="1" lang="ja-JP" altLang="en-US" sz="1400" dirty="0"/>
                <a:t>・プラグイン系の操作</a:t>
              </a:r>
              <a:r>
                <a:rPr lang="ja-JP" altLang="en-US" sz="1400" dirty="0"/>
                <a:t>を処理</a:t>
              </a:r>
              <a:endParaRPr lang="en-US" altLang="ja-JP" sz="1400" dirty="0"/>
            </a:p>
            <a:p>
              <a:pPr>
                <a:lnSpc>
                  <a:spcPct val="110000"/>
                </a:lnSpc>
              </a:pPr>
              <a:r>
                <a:rPr lang="ja-JP" altLang="en-US" sz="1400" dirty="0"/>
                <a:t>・</a:t>
              </a:r>
              <a:r>
                <a:rPr lang="en-US" altLang="ja-JP" sz="1400" dirty="0"/>
                <a:t>UI</a:t>
              </a:r>
              <a:r>
                <a:rPr lang="ja-JP" altLang="en-US" sz="1400" dirty="0"/>
                <a:t>を全体的に変更</a:t>
              </a:r>
              <a:endParaRPr lang="en-US" altLang="ja-JP" sz="1400" dirty="0"/>
            </a:p>
            <a:p>
              <a:pPr>
                <a:lnSpc>
                  <a:spcPct val="110000"/>
                </a:lnSpc>
              </a:pPr>
              <a:r>
                <a:rPr lang="ja-JP" altLang="en-US" sz="1400" dirty="0"/>
                <a:t>・入出力の形式を拡張</a:t>
              </a:r>
              <a:endParaRPr lang="en-US" altLang="ja-JP" sz="1400" dirty="0"/>
            </a:p>
            <a:p>
              <a:pPr algn="ctr">
                <a:lnSpc>
                  <a:spcPct val="110000"/>
                </a:lnSpc>
              </a:pPr>
              <a:r>
                <a:rPr lang="ja-JP" altLang="en-US" sz="1400" dirty="0"/>
                <a:t>　　　　　　　　　</a:t>
              </a:r>
              <a:r>
                <a:rPr lang="en-US" altLang="ja-JP" sz="1400" dirty="0"/>
                <a:t>…etc.</a:t>
              </a:r>
            </a:p>
          </p:txBody>
        </p:sp>
        <p:cxnSp>
          <p:nvCxnSpPr>
            <p:cNvPr id="399" name="直線矢印コネクタ 398">
              <a:extLst>
                <a:ext uri="{FF2B5EF4-FFF2-40B4-BE49-F238E27FC236}">
                  <a16:creationId xmlns:a16="http://schemas.microsoft.com/office/drawing/2014/main" id="{D07124DE-83ED-819D-9A12-D8457380A8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50758" y="5792157"/>
              <a:ext cx="501015" cy="0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0" name="四角形: 角を丸くする 409">
              <a:extLst>
                <a:ext uri="{FF2B5EF4-FFF2-40B4-BE49-F238E27FC236}">
                  <a16:creationId xmlns:a16="http://schemas.microsoft.com/office/drawing/2014/main" id="{1239B3C4-1AAA-C12D-0269-9EFF281CAD03}"/>
                </a:ext>
              </a:extLst>
            </p:cNvPr>
            <p:cNvSpPr/>
            <p:nvPr/>
          </p:nvSpPr>
          <p:spPr>
            <a:xfrm>
              <a:off x="4401126" y="4419878"/>
              <a:ext cx="1606372" cy="157202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508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411" name="テキスト ボックス 410">
              <a:extLst>
                <a:ext uri="{FF2B5EF4-FFF2-40B4-BE49-F238E27FC236}">
                  <a16:creationId xmlns:a16="http://schemas.microsoft.com/office/drawing/2014/main" id="{C5351318-7341-BE60-D0CF-8B5B5A24DA7F}"/>
                </a:ext>
              </a:extLst>
            </p:cNvPr>
            <p:cNvSpPr txBox="1"/>
            <p:nvPr/>
          </p:nvSpPr>
          <p:spPr>
            <a:xfrm>
              <a:off x="4181242" y="4340120"/>
              <a:ext cx="19964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DAWIY</a:t>
              </a:r>
              <a:r>
                <a:rPr kumimoji="1" lang="ja-JP" altLang="en-US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プラグイン</a:t>
              </a:r>
            </a:p>
          </p:txBody>
        </p:sp>
        <p:cxnSp>
          <p:nvCxnSpPr>
            <p:cNvPr id="412" name="直線コネクタ 411">
              <a:extLst>
                <a:ext uri="{FF2B5EF4-FFF2-40B4-BE49-F238E27FC236}">
                  <a16:creationId xmlns:a16="http://schemas.microsoft.com/office/drawing/2014/main" id="{DAEDCF2B-BCB0-FEAC-0F3F-0C21C660199D}"/>
                </a:ext>
              </a:extLst>
            </p:cNvPr>
            <p:cNvCxnSpPr>
              <a:cxnSpLocks/>
            </p:cNvCxnSpPr>
            <p:nvPr/>
          </p:nvCxnSpPr>
          <p:spPr>
            <a:xfrm>
              <a:off x="8883429" y="3299251"/>
              <a:ext cx="0" cy="56218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線コネクタ 416">
              <a:extLst>
                <a:ext uri="{FF2B5EF4-FFF2-40B4-BE49-F238E27FC236}">
                  <a16:creationId xmlns:a16="http://schemas.microsoft.com/office/drawing/2014/main" id="{0DFD2DF0-DBC0-7FE4-E8BB-24A383A7A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67847" y="3823181"/>
              <a:ext cx="2436845" cy="0"/>
            </a:xfrm>
            <a:prstGeom prst="line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四角形: 角を丸くする 423">
              <a:extLst>
                <a:ext uri="{FF2B5EF4-FFF2-40B4-BE49-F238E27FC236}">
                  <a16:creationId xmlns:a16="http://schemas.microsoft.com/office/drawing/2014/main" id="{FA09E2E9-D048-1CD6-9AE5-3FB95C4AA0AA}"/>
                </a:ext>
              </a:extLst>
            </p:cNvPr>
            <p:cNvSpPr/>
            <p:nvPr/>
          </p:nvSpPr>
          <p:spPr>
            <a:xfrm>
              <a:off x="3968920" y="3657843"/>
              <a:ext cx="2392041" cy="580737"/>
            </a:xfrm>
            <a:prstGeom prst="roundRect">
              <a:avLst>
                <a:gd name="adj" fmla="val 13218"/>
              </a:avLst>
            </a:prstGeom>
            <a:noFill/>
            <a:ln w="57150" cap="rnd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426" name="テキスト ボックス 425">
              <a:extLst>
                <a:ext uri="{FF2B5EF4-FFF2-40B4-BE49-F238E27FC236}">
                  <a16:creationId xmlns:a16="http://schemas.microsoft.com/office/drawing/2014/main" id="{92A13D22-C049-F21D-9475-DFC8A26A1D53}"/>
                </a:ext>
              </a:extLst>
            </p:cNvPr>
            <p:cNvSpPr txBox="1"/>
            <p:nvPr/>
          </p:nvSpPr>
          <p:spPr>
            <a:xfrm>
              <a:off x="3976028" y="3708270"/>
              <a:ext cx="23687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/>
                <a:t>・</a:t>
              </a:r>
              <a:r>
                <a:rPr kumimoji="1" lang="en-US" altLang="ja-JP" sz="1400" dirty="0"/>
                <a:t>MIDI</a:t>
              </a:r>
              <a:r>
                <a:rPr kumimoji="1" lang="ja-JP" altLang="en-US" sz="1400" dirty="0"/>
                <a:t>信号を演奏する</a:t>
              </a:r>
              <a:endParaRPr kumimoji="1" lang="en-US" altLang="ja-JP" sz="1400" dirty="0"/>
            </a:p>
            <a:p>
              <a:r>
                <a:rPr kumimoji="1" lang="ja-JP" altLang="en-US" sz="1400" dirty="0"/>
                <a:t>・ファイルへの書き出し等</a:t>
              </a:r>
            </a:p>
          </p:txBody>
        </p:sp>
        <p:cxnSp>
          <p:nvCxnSpPr>
            <p:cNvPr id="427" name="直線コネクタ 426">
              <a:extLst>
                <a:ext uri="{FF2B5EF4-FFF2-40B4-BE49-F238E27FC236}">
                  <a16:creationId xmlns:a16="http://schemas.microsoft.com/office/drawing/2014/main" id="{FD1B89A7-1FED-11C4-7EF7-145E5EDB36BC}"/>
                </a:ext>
              </a:extLst>
            </p:cNvPr>
            <p:cNvCxnSpPr>
              <a:cxnSpLocks/>
            </p:cNvCxnSpPr>
            <p:nvPr/>
          </p:nvCxnSpPr>
          <p:spPr>
            <a:xfrm>
              <a:off x="8492808" y="2368998"/>
              <a:ext cx="262574" cy="0"/>
            </a:xfrm>
            <a:prstGeom prst="line">
              <a:avLst/>
            </a:prstGeom>
            <a:ln cap="sq">
              <a:solidFill>
                <a:schemeClr val="tx1"/>
              </a:solidFill>
              <a:round/>
              <a:headEnd type="none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コネクタ 428">
              <a:extLst>
                <a:ext uri="{FF2B5EF4-FFF2-40B4-BE49-F238E27FC236}">
                  <a16:creationId xmlns:a16="http://schemas.microsoft.com/office/drawing/2014/main" id="{F244E25B-79B2-E96B-16F5-74835677E3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55382" y="2249805"/>
              <a:ext cx="207643" cy="120221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直線コネクタ 430">
              <a:extLst>
                <a:ext uri="{FF2B5EF4-FFF2-40B4-BE49-F238E27FC236}">
                  <a16:creationId xmlns:a16="http://schemas.microsoft.com/office/drawing/2014/main" id="{F0C51C6A-2DA4-21B0-0B0E-35FBFD488F1E}"/>
                </a:ext>
              </a:extLst>
            </p:cNvPr>
            <p:cNvCxnSpPr>
              <a:cxnSpLocks/>
            </p:cNvCxnSpPr>
            <p:nvPr/>
          </p:nvCxnSpPr>
          <p:spPr>
            <a:xfrm>
              <a:off x="8961783" y="2250070"/>
              <a:ext cx="268242" cy="98786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直線コネクタ 432">
              <a:extLst>
                <a:ext uri="{FF2B5EF4-FFF2-40B4-BE49-F238E27FC236}">
                  <a16:creationId xmlns:a16="http://schemas.microsoft.com/office/drawing/2014/main" id="{354F069E-D6B8-3C09-33AD-9684CC493DCC}"/>
                </a:ext>
              </a:extLst>
            </p:cNvPr>
            <p:cNvCxnSpPr>
              <a:cxnSpLocks/>
            </p:cNvCxnSpPr>
            <p:nvPr/>
          </p:nvCxnSpPr>
          <p:spPr>
            <a:xfrm>
              <a:off x="9230588" y="2351705"/>
              <a:ext cx="370612" cy="49472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直線コネクタ 434">
              <a:extLst>
                <a:ext uri="{FF2B5EF4-FFF2-40B4-BE49-F238E27FC236}">
                  <a16:creationId xmlns:a16="http://schemas.microsoft.com/office/drawing/2014/main" id="{8E7C6CDC-D4DD-7AFA-0D6D-4FA1C18C5CE0}"/>
                </a:ext>
              </a:extLst>
            </p:cNvPr>
            <p:cNvCxnSpPr>
              <a:cxnSpLocks/>
            </p:cNvCxnSpPr>
            <p:nvPr/>
          </p:nvCxnSpPr>
          <p:spPr>
            <a:xfrm>
              <a:off x="9606470" y="2401177"/>
              <a:ext cx="253810" cy="150811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直線コネクタ 436">
              <a:extLst>
                <a:ext uri="{FF2B5EF4-FFF2-40B4-BE49-F238E27FC236}">
                  <a16:creationId xmlns:a16="http://schemas.microsoft.com/office/drawing/2014/main" id="{A67D8290-70B1-7E02-1A62-82909563458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9828493" y="2271621"/>
              <a:ext cx="312682" cy="246191"/>
            </a:xfrm>
            <a:prstGeom prst="curvedConnector3">
              <a:avLst>
                <a:gd name="adj1" fmla="val 50000"/>
              </a:avLst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直線コネクタ 439">
              <a:extLst>
                <a:ext uri="{FF2B5EF4-FFF2-40B4-BE49-F238E27FC236}">
                  <a16:creationId xmlns:a16="http://schemas.microsoft.com/office/drawing/2014/main" id="{7499C19D-B3B1-64F9-8782-50BB88098DFC}"/>
                </a:ext>
              </a:extLst>
            </p:cNvPr>
            <p:cNvCxnSpPr>
              <a:cxnSpLocks/>
            </p:cNvCxnSpPr>
            <p:nvPr/>
          </p:nvCxnSpPr>
          <p:spPr>
            <a:xfrm>
              <a:off x="10108621" y="2234670"/>
              <a:ext cx="485084" cy="0"/>
            </a:xfrm>
            <a:prstGeom prst="line">
              <a:avLst/>
            </a:prstGeom>
            <a:ln cap="flat">
              <a:solidFill>
                <a:schemeClr val="tx1"/>
              </a:solidFill>
              <a:prstDash val="sysDash"/>
              <a:miter lim="800000"/>
              <a:headEnd type="oval" w="sm" len="sm"/>
              <a:tail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直線コネクタ 443">
              <a:extLst>
                <a:ext uri="{FF2B5EF4-FFF2-40B4-BE49-F238E27FC236}">
                  <a16:creationId xmlns:a16="http://schemas.microsoft.com/office/drawing/2014/main" id="{553395DB-A4D6-3AFD-AC5E-2B6E00C66AAD}"/>
                </a:ext>
              </a:extLst>
            </p:cNvPr>
            <p:cNvCxnSpPr>
              <a:cxnSpLocks/>
            </p:cNvCxnSpPr>
            <p:nvPr/>
          </p:nvCxnSpPr>
          <p:spPr>
            <a:xfrm>
              <a:off x="10594396" y="2452396"/>
              <a:ext cx="566999" cy="0"/>
            </a:xfrm>
            <a:prstGeom prst="line">
              <a:avLst/>
            </a:prstGeom>
            <a:ln cap="flat">
              <a:solidFill>
                <a:schemeClr val="tx1"/>
              </a:solidFill>
              <a:prstDash val="sysDash"/>
              <a:miter lim="800000"/>
              <a:headEnd type="oval" w="sm" len="sm"/>
              <a:tail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直線コネクタ 451">
              <a:extLst>
                <a:ext uri="{FF2B5EF4-FFF2-40B4-BE49-F238E27FC236}">
                  <a16:creationId xmlns:a16="http://schemas.microsoft.com/office/drawing/2014/main" id="{BC9E499D-0344-1DF5-8161-EAF02E5B32E4}"/>
                </a:ext>
              </a:extLst>
            </p:cNvPr>
            <p:cNvCxnSpPr>
              <a:cxnSpLocks/>
            </p:cNvCxnSpPr>
            <p:nvPr/>
          </p:nvCxnSpPr>
          <p:spPr>
            <a:xfrm>
              <a:off x="9986010" y="2394585"/>
              <a:ext cx="0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線コネクタ 457">
              <a:extLst>
                <a:ext uri="{FF2B5EF4-FFF2-40B4-BE49-F238E27FC236}">
                  <a16:creationId xmlns:a16="http://schemas.microsoft.com/office/drawing/2014/main" id="{0EC69350-5236-9C93-CE5E-2B8AA65D1CF8}"/>
                </a:ext>
              </a:extLst>
            </p:cNvPr>
            <p:cNvCxnSpPr>
              <a:cxnSpLocks/>
            </p:cNvCxnSpPr>
            <p:nvPr/>
          </p:nvCxnSpPr>
          <p:spPr>
            <a:xfrm>
              <a:off x="10594396" y="2224617"/>
              <a:ext cx="0" cy="225874"/>
            </a:xfrm>
            <a:prstGeom prst="line">
              <a:avLst/>
            </a:prstGeom>
            <a:ln cap="flat">
              <a:solidFill>
                <a:schemeClr val="tx1"/>
              </a:solidFill>
              <a:prstDash val="sysDash"/>
              <a:miter lim="800000"/>
              <a:headEnd type="none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65" name="グラフィックス 464" descr="音符 単色塗りつぶし">
              <a:extLst>
                <a:ext uri="{FF2B5EF4-FFF2-40B4-BE49-F238E27FC236}">
                  <a16:creationId xmlns:a16="http://schemas.microsoft.com/office/drawing/2014/main" id="{7DF67CE4-71E4-E39F-C57D-969DB193D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1248568" y="1100314"/>
              <a:ext cx="150949" cy="150949"/>
            </a:xfrm>
            <a:prstGeom prst="rect">
              <a:avLst/>
            </a:prstGeom>
          </p:spPr>
        </p:pic>
        <p:pic>
          <p:nvPicPr>
            <p:cNvPr id="467" name="グラフィックス 466" descr="人工知能 枠線">
              <a:extLst>
                <a:ext uri="{FF2B5EF4-FFF2-40B4-BE49-F238E27FC236}">
                  <a16:creationId xmlns:a16="http://schemas.microsoft.com/office/drawing/2014/main" id="{57B7EE55-53DA-7549-8BE2-4CBDF9561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1269875" y="1333298"/>
              <a:ext cx="122026" cy="122026"/>
            </a:xfrm>
            <a:prstGeom prst="rect">
              <a:avLst/>
            </a:prstGeom>
          </p:spPr>
        </p:pic>
        <p:pic>
          <p:nvPicPr>
            <p:cNvPr id="469" name="グラフィックス 468" descr="紙 枠線">
              <a:extLst>
                <a:ext uri="{FF2B5EF4-FFF2-40B4-BE49-F238E27FC236}">
                  <a16:creationId xmlns:a16="http://schemas.microsoft.com/office/drawing/2014/main" id="{2563F913-B66F-9054-3693-ACEB0311E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264270" y="1564012"/>
              <a:ext cx="121913" cy="112008"/>
            </a:xfrm>
            <a:prstGeom prst="rect">
              <a:avLst/>
            </a:prstGeom>
          </p:spPr>
        </p:pic>
        <p:sp>
          <p:nvSpPr>
            <p:cNvPr id="470" name="テキスト ボックス 469">
              <a:extLst>
                <a:ext uri="{FF2B5EF4-FFF2-40B4-BE49-F238E27FC236}">
                  <a16:creationId xmlns:a16="http://schemas.microsoft.com/office/drawing/2014/main" id="{7180AE32-4225-A88D-1DC1-6FD381B34ADF}"/>
                </a:ext>
              </a:extLst>
            </p:cNvPr>
            <p:cNvSpPr txBox="1"/>
            <p:nvPr/>
          </p:nvSpPr>
          <p:spPr>
            <a:xfrm>
              <a:off x="11256412" y="1551057"/>
              <a:ext cx="133589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" dirty="0">
                  <a:latin typeface="+mj-ea"/>
                  <a:ea typeface="+mj-ea"/>
                </a:rPr>
                <a:t>？</a:t>
              </a:r>
            </a:p>
          </p:txBody>
        </p:sp>
        <p:cxnSp>
          <p:nvCxnSpPr>
            <p:cNvPr id="474" name="直線コネクタ 473">
              <a:extLst>
                <a:ext uri="{FF2B5EF4-FFF2-40B4-BE49-F238E27FC236}">
                  <a16:creationId xmlns:a16="http://schemas.microsoft.com/office/drawing/2014/main" id="{C9E81AA6-2592-3861-1245-BA317783E4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92199" y="4112768"/>
              <a:ext cx="1237529" cy="0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直線コネクタ 476">
              <a:extLst>
                <a:ext uri="{FF2B5EF4-FFF2-40B4-BE49-F238E27FC236}">
                  <a16:creationId xmlns:a16="http://schemas.microsoft.com/office/drawing/2014/main" id="{6332A008-1E22-10B9-2D87-575EFD682E24}"/>
                </a:ext>
              </a:extLst>
            </p:cNvPr>
            <p:cNvCxnSpPr>
              <a:cxnSpLocks/>
            </p:cNvCxnSpPr>
            <p:nvPr/>
          </p:nvCxnSpPr>
          <p:spPr>
            <a:xfrm>
              <a:off x="7903320" y="3279100"/>
              <a:ext cx="0" cy="56218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79" name="グラフィックス 478" descr="ボリューム 枠線">
              <a:extLst>
                <a:ext uri="{FF2B5EF4-FFF2-40B4-BE49-F238E27FC236}">
                  <a16:creationId xmlns:a16="http://schemas.microsoft.com/office/drawing/2014/main" id="{6DD88C33-ADAB-4604-D4DD-135024C4A1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7324091" y="4965237"/>
              <a:ext cx="863213" cy="863213"/>
            </a:xfrm>
            <a:prstGeom prst="rect">
              <a:avLst/>
            </a:prstGeom>
          </p:spPr>
        </p:pic>
        <p:cxnSp>
          <p:nvCxnSpPr>
            <p:cNvPr id="482" name="直線コネクタ 481">
              <a:extLst>
                <a:ext uri="{FF2B5EF4-FFF2-40B4-BE49-F238E27FC236}">
                  <a16:creationId xmlns:a16="http://schemas.microsoft.com/office/drawing/2014/main" id="{E3430626-F5CA-2422-B672-C9D94F7F63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2844" y="4078605"/>
              <a:ext cx="0" cy="939643"/>
            </a:xfrm>
            <a:prstGeom prst="line">
              <a:avLst/>
            </a:prstGeom>
            <a:ln w="7620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直線コネクタ 487">
              <a:extLst>
                <a:ext uri="{FF2B5EF4-FFF2-40B4-BE49-F238E27FC236}">
                  <a16:creationId xmlns:a16="http://schemas.microsoft.com/office/drawing/2014/main" id="{D5C45449-B4E7-51DD-B250-CCB6CEFB96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70483" y="4626610"/>
              <a:ext cx="992195" cy="0"/>
            </a:xfrm>
            <a:prstGeom prst="line">
              <a:avLst/>
            </a:prstGeom>
            <a:ln w="7620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00" name="グラフィックス 499" descr="音符 単色塗りつぶし">
              <a:extLst>
                <a:ext uri="{FF2B5EF4-FFF2-40B4-BE49-F238E27FC236}">
                  <a16:creationId xmlns:a16="http://schemas.microsoft.com/office/drawing/2014/main" id="{CFFD7AFA-C72F-2C2B-5003-58CD36E7D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7922356" y="4745244"/>
              <a:ext cx="546007" cy="546007"/>
            </a:xfrm>
            <a:prstGeom prst="rect">
              <a:avLst/>
            </a:prstGeom>
          </p:spPr>
        </p:pic>
        <p:sp>
          <p:nvSpPr>
            <p:cNvPr id="501" name="テキスト ボックス 500">
              <a:extLst>
                <a:ext uri="{FF2B5EF4-FFF2-40B4-BE49-F238E27FC236}">
                  <a16:creationId xmlns:a16="http://schemas.microsoft.com/office/drawing/2014/main" id="{EF619B1E-118E-BC10-ADAB-1F9E2419A9A8}"/>
                </a:ext>
              </a:extLst>
            </p:cNvPr>
            <p:cNvSpPr txBox="1"/>
            <p:nvPr/>
          </p:nvSpPr>
          <p:spPr>
            <a:xfrm>
              <a:off x="7196132" y="5781886"/>
              <a:ext cx="10900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音声出力</a:t>
              </a:r>
            </a:p>
          </p:txBody>
        </p:sp>
        <p:pic>
          <p:nvPicPr>
            <p:cNvPr id="502" name="グラフィックス 501" descr="紙 枠線">
              <a:extLst>
                <a:ext uri="{FF2B5EF4-FFF2-40B4-BE49-F238E27FC236}">
                  <a16:creationId xmlns:a16="http://schemas.microsoft.com/office/drawing/2014/main" id="{28C8136F-0931-8702-5176-38A6B2DEB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941772" y="4159806"/>
              <a:ext cx="667344" cy="681632"/>
            </a:xfrm>
            <a:prstGeom prst="rect">
              <a:avLst/>
            </a:prstGeom>
          </p:spPr>
        </p:pic>
        <p:cxnSp>
          <p:nvCxnSpPr>
            <p:cNvPr id="503" name="直線コネクタ 502">
              <a:extLst>
                <a:ext uri="{FF2B5EF4-FFF2-40B4-BE49-F238E27FC236}">
                  <a16:creationId xmlns:a16="http://schemas.microsoft.com/office/drawing/2014/main" id="{AE5F905B-FF7A-380F-A683-019F9E559826}"/>
                </a:ext>
              </a:extLst>
            </p:cNvPr>
            <p:cNvCxnSpPr>
              <a:cxnSpLocks/>
            </p:cNvCxnSpPr>
            <p:nvPr/>
          </p:nvCxnSpPr>
          <p:spPr>
            <a:xfrm>
              <a:off x="9110101" y="4451682"/>
              <a:ext cx="17358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直線コネクタ 503">
              <a:extLst>
                <a:ext uri="{FF2B5EF4-FFF2-40B4-BE49-F238E27FC236}">
                  <a16:creationId xmlns:a16="http://schemas.microsoft.com/office/drawing/2014/main" id="{0EEBE240-22F5-7A51-0FD3-F6241F81D3C8}"/>
                </a:ext>
              </a:extLst>
            </p:cNvPr>
            <p:cNvCxnSpPr>
              <a:cxnSpLocks/>
            </p:cNvCxnSpPr>
            <p:nvPr/>
          </p:nvCxnSpPr>
          <p:spPr>
            <a:xfrm>
              <a:off x="9291936" y="4501212"/>
              <a:ext cx="12847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直線コネクタ 504">
              <a:extLst>
                <a:ext uri="{FF2B5EF4-FFF2-40B4-BE49-F238E27FC236}">
                  <a16:creationId xmlns:a16="http://schemas.microsoft.com/office/drawing/2014/main" id="{059C82C0-1066-73C8-9445-148F04D96511}"/>
                </a:ext>
              </a:extLst>
            </p:cNvPr>
            <p:cNvCxnSpPr>
              <a:cxnSpLocks/>
            </p:cNvCxnSpPr>
            <p:nvPr/>
          </p:nvCxnSpPr>
          <p:spPr>
            <a:xfrm>
              <a:off x="9204568" y="4555687"/>
              <a:ext cx="9308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直線コネクタ 505">
              <a:extLst>
                <a:ext uri="{FF2B5EF4-FFF2-40B4-BE49-F238E27FC236}">
                  <a16:creationId xmlns:a16="http://schemas.microsoft.com/office/drawing/2014/main" id="{56950888-888F-89DA-6338-9DC3B1A072F1}"/>
                </a:ext>
              </a:extLst>
            </p:cNvPr>
            <p:cNvCxnSpPr>
              <a:cxnSpLocks/>
            </p:cNvCxnSpPr>
            <p:nvPr/>
          </p:nvCxnSpPr>
          <p:spPr>
            <a:xfrm>
              <a:off x="9329329" y="4616647"/>
              <a:ext cx="11346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直線コネクタ 506">
              <a:extLst>
                <a:ext uri="{FF2B5EF4-FFF2-40B4-BE49-F238E27FC236}">
                  <a16:creationId xmlns:a16="http://schemas.microsoft.com/office/drawing/2014/main" id="{D5C0586E-32B7-46A1-73E0-FA3DC5356FA0}"/>
                </a:ext>
              </a:extLst>
            </p:cNvPr>
            <p:cNvCxnSpPr>
              <a:cxnSpLocks/>
            </p:cNvCxnSpPr>
            <p:nvPr/>
          </p:nvCxnSpPr>
          <p:spPr>
            <a:xfrm>
              <a:off x="9139539" y="4661790"/>
              <a:ext cx="14687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6" name="テキスト ボックス 515">
              <a:extLst>
                <a:ext uri="{FF2B5EF4-FFF2-40B4-BE49-F238E27FC236}">
                  <a16:creationId xmlns:a16="http://schemas.microsoft.com/office/drawing/2014/main" id="{1D6C616C-F9D2-A2DE-54D4-296A37C0D658}"/>
                </a:ext>
              </a:extLst>
            </p:cNvPr>
            <p:cNvSpPr txBox="1"/>
            <p:nvPr/>
          </p:nvSpPr>
          <p:spPr>
            <a:xfrm>
              <a:off x="8820985" y="4832281"/>
              <a:ext cx="9294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4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MIDI</a:t>
              </a:r>
              <a:r>
                <a:rPr kumimoji="1" lang="ja-JP" altLang="en-US" sz="14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出力</a:t>
              </a:r>
            </a:p>
          </p:txBody>
        </p:sp>
        <p:sp>
          <p:nvSpPr>
            <p:cNvPr id="518" name="四角形: 角を丸くする 517">
              <a:extLst>
                <a:ext uri="{FF2B5EF4-FFF2-40B4-BE49-F238E27FC236}">
                  <a16:creationId xmlns:a16="http://schemas.microsoft.com/office/drawing/2014/main" id="{D177575C-6CC6-1413-8080-94A06F1E381C}"/>
                </a:ext>
              </a:extLst>
            </p:cNvPr>
            <p:cNvSpPr/>
            <p:nvPr/>
          </p:nvSpPr>
          <p:spPr>
            <a:xfrm>
              <a:off x="8694743" y="4097320"/>
              <a:ext cx="2252266" cy="2200830"/>
            </a:xfrm>
            <a:prstGeom prst="roundRect">
              <a:avLst>
                <a:gd name="adj" fmla="val 9670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524" name="グラフィックス 523" descr="紙 枠線">
              <a:extLst>
                <a:ext uri="{FF2B5EF4-FFF2-40B4-BE49-F238E27FC236}">
                  <a16:creationId xmlns:a16="http://schemas.microsoft.com/office/drawing/2014/main" id="{F5E264D7-4166-DB87-102A-B62B38E84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932030" y="4170002"/>
              <a:ext cx="672282" cy="686675"/>
            </a:xfrm>
            <a:prstGeom prst="rect">
              <a:avLst/>
            </a:prstGeom>
          </p:spPr>
        </p:pic>
        <p:grpSp>
          <p:nvGrpSpPr>
            <p:cNvPr id="525" name="グループ化 524">
              <a:extLst>
                <a:ext uri="{FF2B5EF4-FFF2-40B4-BE49-F238E27FC236}">
                  <a16:creationId xmlns:a16="http://schemas.microsoft.com/office/drawing/2014/main" id="{42398774-28BF-03FA-A1EC-DC9ED5143091}"/>
                </a:ext>
              </a:extLst>
            </p:cNvPr>
            <p:cNvGrpSpPr/>
            <p:nvPr/>
          </p:nvGrpSpPr>
          <p:grpSpPr>
            <a:xfrm>
              <a:off x="10113577" y="4424403"/>
              <a:ext cx="319348" cy="314484"/>
              <a:chOff x="789711" y="2943782"/>
              <a:chExt cx="641396" cy="530005"/>
            </a:xfrm>
          </p:grpSpPr>
          <p:pic>
            <p:nvPicPr>
              <p:cNvPr id="526" name="グラフィックス 525" descr="矢印: 反時計回りの曲線 単色塗りつぶし">
                <a:extLst>
                  <a:ext uri="{FF2B5EF4-FFF2-40B4-BE49-F238E27FC236}">
                    <a16:creationId xmlns:a16="http://schemas.microsoft.com/office/drawing/2014/main" id="{B98CA6AB-2B94-38B9-BA2A-D8D8C395CC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17376736">
                <a:off x="867720" y="2865773"/>
                <a:ext cx="451321" cy="607340"/>
              </a:xfrm>
              <a:prstGeom prst="rect">
                <a:avLst/>
              </a:prstGeom>
            </p:spPr>
          </p:pic>
          <p:pic>
            <p:nvPicPr>
              <p:cNvPr id="527" name="グラフィックス 526" descr="矢印: 反時計回りの曲線 単色塗りつぶし">
                <a:extLst>
                  <a:ext uri="{FF2B5EF4-FFF2-40B4-BE49-F238E27FC236}">
                    <a16:creationId xmlns:a16="http://schemas.microsoft.com/office/drawing/2014/main" id="{5830FE18-690B-2B62-5541-FD193E7FFC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6212480">
                <a:off x="928411" y="2971090"/>
                <a:ext cx="398052" cy="607341"/>
              </a:xfrm>
              <a:prstGeom prst="rect">
                <a:avLst/>
              </a:prstGeom>
            </p:spPr>
          </p:pic>
        </p:grpSp>
        <p:pic>
          <p:nvPicPr>
            <p:cNvPr id="529" name="グラフィックス 528" descr="紙 枠線">
              <a:extLst>
                <a:ext uri="{FF2B5EF4-FFF2-40B4-BE49-F238E27FC236}">
                  <a16:creationId xmlns:a16="http://schemas.microsoft.com/office/drawing/2014/main" id="{4C31D9B1-6529-BB7D-E174-E813FB7DE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927558" y="5136631"/>
              <a:ext cx="741051" cy="756917"/>
            </a:xfrm>
            <a:prstGeom prst="rect">
              <a:avLst/>
            </a:prstGeom>
          </p:spPr>
        </p:pic>
        <p:pic>
          <p:nvPicPr>
            <p:cNvPr id="530" name="グラフィックス 529" descr="音声 単色塗りつぶし">
              <a:extLst>
                <a:ext uri="{FF2B5EF4-FFF2-40B4-BE49-F238E27FC236}">
                  <a16:creationId xmlns:a16="http://schemas.microsoft.com/office/drawing/2014/main" id="{3ECF0529-E4D9-CF4C-8D18-4247F75A9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101472" y="5324592"/>
              <a:ext cx="384947" cy="433370"/>
            </a:xfrm>
            <a:prstGeom prst="rect">
              <a:avLst/>
            </a:prstGeom>
          </p:spPr>
        </p:pic>
        <p:sp>
          <p:nvSpPr>
            <p:cNvPr id="531" name="テキスト ボックス 530">
              <a:extLst>
                <a:ext uri="{FF2B5EF4-FFF2-40B4-BE49-F238E27FC236}">
                  <a16:creationId xmlns:a16="http://schemas.microsoft.com/office/drawing/2014/main" id="{50C2BD03-88C5-059C-A538-FAFE45F54B39}"/>
                </a:ext>
              </a:extLst>
            </p:cNvPr>
            <p:cNvSpPr txBox="1"/>
            <p:nvPr/>
          </p:nvSpPr>
          <p:spPr>
            <a:xfrm>
              <a:off x="8776880" y="5829115"/>
              <a:ext cx="102791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5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音声ファイル</a:t>
              </a:r>
              <a:endParaRPr kumimoji="1" lang="en-US" altLang="ja-JP" sz="1050" dirty="0"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  <a:p>
              <a:pPr algn="ctr"/>
              <a:r>
                <a:rPr lang="ja-JP" altLang="en-US" sz="105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出力</a:t>
              </a:r>
              <a:endParaRPr kumimoji="1" lang="ja-JP" altLang="en-US" sz="1050" dirty="0"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pic>
          <p:nvPicPr>
            <p:cNvPr id="532" name="グラフィックス 531" descr="紙 枠線">
              <a:extLst>
                <a:ext uri="{FF2B5EF4-FFF2-40B4-BE49-F238E27FC236}">
                  <a16:creationId xmlns:a16="http://schemas.microsoft.com/office/drawing/2014/main" id="{0D707A53-A520-6AB7-5FDF-57D27EB8E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9932131" y="5156798"/>
              <a:ext cx="705632" cy="741024"/>
            </a:xfrm>
            <a:prstGeom prst="rect">
              <a:avLst/>
            </a:prstGeom>
          </p:spPr>
        </p:pic>
        <p:sp>
          <p:nvSpPr>
            <p:cNvPr id="533" name="テキスト ボックス 532">
              <a:extLst>
                <a:ext uri="{FF2B5EF4-FFF2-40B4-BE49-F238E27FC236}">
                  <a16:creationId xmlns:a16="http://schemas.microsoft.com/office/drawing/2014/main" id="{45EAABC8-560E-5697-B21F-F859CA81F5DF}"/>
                </a:ext>
              </a:extLst>
            </p:cNvPr>
            <p:cNvSpPr txBox="1"/>
            <p:nvPr/>
          </p:nvSpPr>
          <p:spPr>
            <a:xfrm>
              <a:off x="10067569" y="5372855"/>
              <a:ext cx="4206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 dirty="0">
                  <a:latin typeface="+mj-ea"/>
                  <a:ea typeface="+mj-ea"/>
                </a:rPr>
                <a:t>？</a:t>
              </a:r>
            </a:p>
          </p:txBody>
        </p:sp>
        <p:sp>
          <p:nvSpPr>
            <p:cNvPr id="528" name="テキスト ボックス 527">
              <a:extLst>
                <a:ext uri="{FF2B5EF4-FFF2-40B4-BE49-F238E27FC236}">
                  <a16:creationId xmlns:a16="http://schemas.microsoft.com/office/drawing/2014/main" id="{94CBE829-B712-C100-34DB-783BB704310F}"/>
                </a:ext>
              </a:extLst>
            </p:cNvPr>
            <p:cNvSpPr txBox="1"/>
            <p:nvPr/>
          </p:nvSpPr>
          <p:spPr>
            <a:xfrm>
              <a:off x="9798904" y="4797921"/>
              <a:ext cx="92942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5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dawproject</a:t>
              </a:r>
            </a:p>
            <a:p>
              <a:pPr algn="ctr"/>
              <a:r>
                <a:rPr lang="ja-JP" altLang="en-US" sz="105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出力</a:t>
              </a:r>
              <a:endParaRPr kumimoji="1" lang="ja-JP" altLang="en-US" sz="1050" dirty="0"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534" name="テキスト ボックス 533">
              <a:extLst>
                <a:ext uri="{FF2B5EF4-FFF2-40B4-BE49-F238E27FC236}">
                  <a16:creationId xmlns:a16="http://schemas.microsoft.com/office/drawing/2014/main" id="{81A76FCB-5DF7-7AFE-2849-3A7938D40458}"/>
                </a:ext>
              </a:extLst>
            </p:cNvPr>
            <p:cNvSpPr txBox="1"/>
            <p:nvPr/>
          </p:nvSpPr>
          <p:spPr>
            <a:xfrm>
              <a:off x="9769540" y="5838257"/>
              <a:ext cx="1027914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5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プラグインで</a:t>
              </a:r>
              <a:endParaRPr kumimoji="1" lang="en-US" altLang="ja-JP" sz="1050" dirty="0"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  <a:p>
              <a:pPr algn="ctr"/>
              <a:r>
                <a:rPr kumimoji="1" lang="ja-JP" altLang="en-US" sz="105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拡張</a:t>
              </a:r>
            </a:p>
          </p:txBody>
        </p:sp>
        <p:cxnSp>
          <p:nvCxnSpPr>
            <p:cNvPr id="556" name="直線コネクタ 555">
              <a:extLst>
                <a:ext uri="{FF2B5EF4-FFF2-40B4-BE49-F238E27FC236}">
                  <a16:creationId xmlns:a16="http://schemas.microsoft.com/office/drawing/2014/main" id="{4F902D8A-F4CE-BC0A-F662-653665D292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622" y="5398888"/>
              <a:ext cx="286953" cy="0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直線コネクタ 558">
              <a:extLst>
                <a:ext uri="{FF2B5EF4-FFF2-40B4-BE49-F238E27FC236}">
                  <a16:creationId xmlns:a16="http://schemas.microsoft.com/office/drawing/2014/main" id="{26C83082-64F7-DCC5-9E00-5B47D6830C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54813" y="5372100"/>
              <a:ext cx="0" cy="1134487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直線コネクタ 565">
              <a:extLst>
                <a:ext uri="{FF2B5EF4-FFF2-40B4-BE49-F238E27FC236}">
                  <a16:creationId xmlns:a16="http://schemas.microsoft.com/office/drawing/2014/main" id="{252A01C0-2BB7-C5DE-E45F-FF29027043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18237" y="6482203"/>
              <a:ext cx="4512703" cy="0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直線コネクタ 567">
              <a:extLst>
                <a:ext uri="{FF2B5EF4-FFF2-40B4-BE49-F238E27FC236}">
                  <a16:creationId xmlns:a16="http://schemas.microsoft.com/office/drawing/2014/main" id="{1882C085-2C97-7319-7E16-F794305022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13419" y="3332480"/>
              <a:ext cx="0" cy="3184046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直線コネクタ 569">
              <a:extLst>
                <a:ext uri="{FF2B5EF4-FFF2-40B4-BE49-F238E27FC236}">
                  <a16:creationId xmlns:a16="http://schemas.microsoft.com/office/drawing/2014/main" id="{FC317399-BD8E-6BF5-14B8-3E22507188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20325" y="3841284"/>
              <a:ext cx="1114425" cy="0"/>
            </a:xfrm>
            <a:prstGeom prst="line">
              <a:avLst/>
            </a:prstGeom>
            <a:ln w="76200"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7" name="正方形/長方形 576">
              <a:extLst>
                <a:ext uri="{FF2B5EF4-FFF2-40B4-BE49-F238E27FC236}">
                  <a16:creationId xmlns:a16="http://schemas.microsoft.com/office/drawing/2014/main" id="{7C6A85AC-1EE5-E94C-5C79-0B25A448FFF1}"/>
                </a:ext>
              </a:extLst>
            </p:cNvPr>
            <p:cNvSpPr/>
            <p:nvPr/>
          </p:nvSpPr>
          <p:spPr>
            <a:xfrm>
              <a:off x="10845800" y="5476240"/>
              <a:ext cx="205740" cy="2777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573" name="直線コネクタ 572">
              <a:extLst>
                <a:ext uri="{FF2B5EF4-FFF2-40B4-BE49-F238E27FC236}">
                  <a16:creationId xmlns:a16="http://schemas.microsoft.com/office/drawing/2014/main" id="{8DAA78F0-93AC-F1C9-76A1-A65F9A45B1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4340" y="5616813"/>
              <a:ext cx="732790" cy="0"/>
            </a:xfrm>
            <a:prstGeom prst="line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直線コネクタ 577">
              <a:extLst>
                <a:ext uri="{FF2B5EF4-FFF2-40B4-BE49-F238E27FC236}">
                  <a16:creationId xmlns:a16="http://schemas.microsoft.com/office/drawing/2014/main" id="{437705D0-7DAE-8CC6-8C27-6D40821C8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59060" y="3333546"/>
              <a:ext cx="0" cy="507738"/>
            </a:xfrm>
            <a:prstGeom prst="line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4087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1072</TotalTime>
  <Words>151</Words>
  <Application>Microsoft Office PowerPoint</Application>
  <PresentationFormat>ワイド画面</PresentationFormat>
  <Paragraphs>54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277</cp:revision>
  <dcterms:created xsi:type="dcterms:W3CDTF">2026-02-11T13:10:54Z</dcterms:created>
  <dcterms:modified xsi:type="dcterms:W3CDTF">2026-02-12T10:52:18Z</dcterms:modified>
</cp:coreProperties>
</file>